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C1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 varScale="1">
        <p:scale>
          <a:sx n="85" d="100"/>
          <a:sy n="85" d="100"/>
        </p:scale>
        <p:origin x="114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C9DBA-EDD0-40FA-A1AE-6923A5486DF4}" type="datetimeFigureOut">
              <a:rPr lang="es-ES" smtClean="0"/>
              <a:t>15/06/2023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EFFAE-699A-4952-9A4C-CD3B5BEAE9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624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C9DBA-EDD0-40FA-A1AE-6923A5486DF4}" type="datetimeFigureOut">
              <a:rPr lang="es-ES" smtClean="0"/>
              <a:t>15/06/2023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EFFAE-699A-4952-9A4C-CD3B5BEAE9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0968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C9DBA-EDD0-40FA-A1AE-6923A5486DF4}" type="datetimeFigureOut">
              <a:rPr lang="es-ES" smtClean="0"/>
              <a:t>15/06/2023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EFFAE-699A-4952-9A4C-CD3B5BEAE9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7741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C9DBA-EDD0-40FA-A1AE-6923A5486DF4}" type="datetimeFigureOut">
              <a:rPr lang="es-ES" smtClean="0"/>
              <a:t>15/06/2023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EFFAE-699A-4952-9A4C-CD3B5BEAE9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290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C9DBA-EDD0-40FA-A1AE-6923A5486DF4}" type="datetimeFigureOut">
              <a:rPr lang="es-ES" smtClean="0"/>
              <a:t>15/06/2023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EFFAE-699A-4952-9A4C-CD3B5BEAE9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1736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C9DBA-EDD0-40FA-A1AE-6923A5486DF4}" type="datetimeFigureOut">
              <a:rPr lang="es-ES" smtClean="0"/>
              <a:t>15/06/2023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EFFAE-699A-4952-9A4C-CD3B5BEAE9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5707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C9DBA-EDD0-40FA-A1AE-6923A5486DF4}" type="datetimeFigureOut">
              <a:rPr lang="es-ES" smtClean="0"/>
              <a:t>15/06/2023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EFFAE-699A-4952-9A4C-CD3B5BEAE9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6819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C9DBA-EDD0-40FA-A1AE-6923A5486DF4}" type="datetimeFigureOut">
              <a:rPr lang="es-ES" smtClean="0"/>
              <a:t>15/06/2023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EFFAE-699A-4952-9A4C-CD3B5BEAE9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9764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C9DBA-EDD0-40FA-A1AE-6923A5486DF4}" type="datetimeFigureOut">
              <a:rPr lang="es-ES" smtClean="0"/>
              <a:t>15/06/2023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EFFAE-699A-4952-9A4C-CD3B5BEAE9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0758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C9DBA-EDD0-40FA-A1AE-6923A5486DF4}" type="datetimeFigureOut">
              <a:rPr lang="es-ES" smtClean="0"/>
              <a:t>15/06/2023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EFFAE-699A-4952-9A4C-CD3B5BEAE9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0154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C9DBA-EDD0-40FA-A1AE-6923A5486DF4}" type="datetimeFigureOut">
              <a:rPr lang="es-ES" smtClean="0"/>
              <a:t>15/06/2023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EFFAE-699A-4952-9A4C-CD3B5BEAE9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6385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C9DBA-EDD0-40FA-A1AE-6923A5486DF4}" type="datetimeFigureOut">
              <a:rPr lang="es-ES" smtClean="0"/>
              <a:t>15/06/2023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EFFAE-699A-4952-9A4C-CD3B5BEAE9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72262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2453951"/>
            <a:ext cx="9144000" cy="1056012"/>
          </a:xfrm>
        </p:spPr>
        <p:txBody>
          <a:bodyPr/>
          <a:lstStyle/>
          <a:p>
            <a:r>
              <a:rPr lang="es-ES" b="1" dirty="0">
                <a:solidFill>
                  <a:srgbClr val="73C180"/>
                </a:solidFill>
                <a:latin typeface="+mn-lt"/>
              </a:rPr>
              <a:t>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Ponente</a:t>
            </a:r>
          </a:p>
        </p:txBody>
      </p:sp>
    </p:spTree>
    <p:extLst>
      <p:ext uri="{BB962C8B-B14F-4D97-AF65-F5344CB8AC3E}">
        <p14:creationId xmlns:p14="http://schemas.microsoft.com/office/powerpoint/2010/main" val="3353920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>
          <a:xfrm>
            <a:off x="838200" y="229658"/>
            <a:ext cx="10515600" cy="1325563"/>
          </a:xfrm>
        </p:spPr>
        <p:txBody>
          <a:bodyPr/>
          <a:lstStyle/>
          <a:p>
            <a:r>
              <a:rPr lang="es-ES" b="1" dirty="0">
                <a:solidFill>
                  <a:srgbClr val="73C180"/>
                </a:solidFill>
                <a:latin typeface="+mn-lt"/>
              </a:rPr>
              <a:t>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Contenido</a:t>
            </a:r>
          </a:p>
        </p:txBody>
      </p:sp>
    </p:spTree>
    <p:extLst>
      <p:ext uri="{BB962C8B-B14F-4D97-AF65-F5344CB8AC3E}">
        <p14:creationId xmlns:p14="http://schemas.microsoft.com/office/powerpoint/2010/main" val="2532196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878666" y="3059038"/>
            <a:ext cx="6434667" cy="1056012"/>
          </a:xfrm>
        </p:spPr>
        <p:txBody>
          <a:bodyPr>
            <a:noAutofit/>
          </a:bodyPr>
          <a:lstStyle/>
          <a:p>
            <a:r>
              <a:rPr lang="es-ES" sz="8800" b="1" dirty="0">
                <a:solidFill>
                  <a:schemeClr val="bg1"/>
                </a:solidFill>
                <a:latin typeface="+mn-lt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18848394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Panorámica</PresentationFormat>
  <Paragraphs>5</Paragraphs>
  <Slides>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4" baseType="lpstr">
      <vt:lpstr>Tema de Office</vt:lpstr>
      <vt:lpstr>Título</vt:lpstr>
      <vt:lpstr>Título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</dc:title>
  <dc:creator>JULIANA MORALES URREGO</dc:creator>
  <cp:lastModifiedBy>JULIANA MORALES URREGO</cp:lastModifiedBy>
  <cp:revision>2</cp:revision>
  <dcterms:created xsi:type="dcterms:W3CDTF">2023-06-14T22:15:42Z</dcterms:created>
  <dcterms:modified xsi:type="dcterms:W3CDTF">2023-06-15T12:31:13Z</dcterms:modified>
</cp:coreProperties>
</file>