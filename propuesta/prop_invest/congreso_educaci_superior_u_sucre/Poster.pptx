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32399288" cy="43200638"/>
  <p:notesSz cx="6858000" cy="9144000"/>
  <p:defaultTextStyle>
    <a:defPPr>
      <a:defRPr lang="en-US"/>
    </a:defPPr>
    <a:lvl1pPr marL="0" algn="l" defTabSz="3242594" rtl="0" eaLnBrk="1" latinLnBrk="0" hangingPunct="1">
      <a:defRPr sz="6383" kern="1200">
        <a:solidFill>
          <a:schemeClr val="tx1"/>
        </a:solidFill>
        <a:latin typeface="+mn-lt"/>
        <a:ea typeface="+mn-ea"/>
        <a:cs typeface="+mn-cs"/>
      </a:defRPr>
    </a:lvl1pPr>
    <a:lvl2pPr marL="1621297" algn="l" defTabSz="3242594" rtl="0" eaLnBrk="1" latinLnBrk="0" hangingPunct="1">
      <a:defRPr sz="6383" kern="1200">
        <a:solidFill>
          <a:schemeClr val="tx1"/>
        </a:solidFill>
        <a:latin typeface="+mn-lt"/>
        <a:ea typeface="+mn-ea"/>
        <a:cs typeface="+mn-cs"/>
      </a:defRPr>
    </a:lvl2pPr>
    <a:lvl3pPr marL="3242594" algn="l" defTabSz="3242594" rtl="0" eaLnBrk="1" latinLnBrk="0" hangingPunct="1">
      <a:defRPr sz="6383" kern="1200">
        <a:solidFill>
          <a:schemeClr val="tx1"/>
        </a:solidFill>
        <a:latin typeface="+mn-lt"/>
        <a:ea typeface="+mn-ea"/>
        <a:cs typeface="+mn-cs"/>
      </a:defRPr>
    </a:lvl3pPr>
    <a:lvl4pPr marL="4863891" algn="l" defTabSz="3242594" rtl="0" eaLnBrk="1" latinLnBrk="0" hangingPunct="1">
      <a:defRPr sz="6383" kern="1200">
        <a:solidFill>
          <a:schemeClr val="tx1"/>
        </a:solidFill>
        <a:latin typeface="+mn-lt"/>
        <a:ea typeface="+mn-ea"/>
        <a:cs typeface="+mn-cs"/>
      </a:defRPr>
    </a:lvl4pPr>
    <a:lvl5pPr marL="6485188" algn="l" defTabSz="3242594" rtl="0" eaLnBrk="1" latinLnBrk="0" hangingPunct="1">
      <a:defRPr sz="6383" kern="1200">
        <a:solidFill>
          <a:schemeClr val="tx1"/>
        </a:solidFill>
        <a:latin typeface="+mn-lt"/>
        <a:ea typeface="+mn-ea"/>
        <a:cs typeface="+mn-cs"/>
      </a:defRPr>
    </a:lvl5pPr>
    <a:lvl6pPr marL="8106485" algn="l" defTabSz="3242594" rtl="0" eaLnBrk="1" latinLnBrk="0" hangingPunct="1">
      <a:defRPr sz="6383" kern="1200">
        <a:solidFill>
          <a:schemeClr val="tx1"/>
        </a:solidFill>
        <a:latin typeface="+mn-lt"/>
        <a:ea typeface="+mn-ea"/>
        <a:cs typeface="+mn-cs"/>
      </a:defRPr>
    </a:lvl6pPr>
    <a:lvl7pPr marL="9727782" algn="l" defTabSz="3242594" rtl="0" eaLnBrk="1" latinLnBrk="0" hangingPunct="1">
      <a:defRPr sz="6383" kern="1200">
        <a:solidFill>
          <a:schemeClr val="tx1"/>
        </a:solidFill>
        <a:latin typeface="+mn-lt"/>
        <a:ea typeface="+mn-ea"/>
        <a:cs typeface="+mn-cs"/>
      </a:defRPr>
    </a:lvl7pPr>
    <a:lvl8pPr marL="11349079" algn="l" defTabSz="3242594" rtl="0" eaLnBrk="1" latinLnBrk="0" hangingPunct="1">
      <a:defRPr sz="6383" kern="1200">
        <a:solidFill>
          <a:schemeClr val="tx1"/>
        </a:solidFill>
        <a:latin typeface="+mn-lt"/>
        <a:ea typeface="+mn-ea"/>
        <a:cs typeface="+mn-cs"/>
      </a:defRPr>
    </a:lvl8pPr>
    <a:lvl9pPr marL="12970376" algn="l" defTabSz="3242594" rtl="0" eaLnBrk="1" latinLnBrk="0" hangingPunct="1">
      <a:defRPr sz="638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C6E"/>
    <a:srgbClr val="006600"/>
    <a:srgbClr val="DEBA5A"/>
    <a:srgbClr val="339966"/>
    <a:srgbClr val="009999"/>
    <a:srgbClr val="00CC66"/>
    <a:srgbClr val="000000"/>
    <a:srgbClr val="73B0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" d="100"/>
          <a:sy n="10" d="100"/>
        </p:scale>
        <p:origin x="2212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4" d="100"/>
          <a:sy n="54" d="100"/>
        </p:scale>
        <p:origin x="1770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0B079-A316-4C9B-B165-DF9EA8325D2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0EAE6-B4B6-49B7-9049-B371250BE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66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28AB8-57D1-494F-9851-055AD867E790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7F044-5458-4B2E-BFA0-52AAA1C52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0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04215" rtl="0" eaLnBrk="1" latinLnBrk="0" hangingPunct="1">
      <a:defRPr sz="1055" kern="1200">
        <a:solidFill>
          <a:schemeClr val="tx1"/>
        </a:solidFill>
        <a:latin typeface="+mn-lt"/>
        <a:ea typeface="+mn-ea"/>
        <a:cs typeface="+mn-cs"/>
      </a:defRPr>
    </a:lvl1pPr>
    <a:lvl2pPr marL="402107" algn="l" defTabSz="804215" rtl="0" eaLnBrk="1" latinLnBrk="0" hangingPunct="1">
      <a:defRPr sz="1055" kern="1200">
        <a:solidFill>
          <a:schemeClr val="tx1"/>
        </a:solidFill>
        <a:latin typeface="+mn-lt"/>
        <a:ea typeface="+mn-ea"/>
        <a:cs typeface="+mn-cs"/>
      </a:defRPr>
    </a:lvl2pPr>
    <a:lvl3pPr marL="804215" algn="l" defTabSz="804215" rtl="0" eaLnBrk="1" latinLnBrk="0" hangingPunct="1">
      <a:defRPr sz="1055" kern="1200">
        <a:solidFill>
          <a:schemeClr val="tx1"/>
        </a:solidFill>
        <a:latin typeface="+mn-lt"/>
        <a:ea typeface="+mn-ea"/>
        <a:cs typeface="+mn-cs"/>
      </a:defRPr>
    </a:lvl3pPr>
    <a:lvl4pPr marL="1206322" algn="l" defTabSz="804215" rtl="0" eaLnBrk="1" latinLnBrk="0" hangingPunct="1">
      <a:defRPr sz="1055" kern="1200">
        <a:solidFill>
          <a:schemeClr val="tx1"/>
        </a:solidFill>
        <a:latin typeface="+mn-lt"/>
        <a:ea typeface="+mn-ea"/>
        <a:cs typeface="+mn-cs"/>
      </a:defRPr>
    </a:lvl4pPr>
    <a:lvl5pPr marL="1608430" algn="l" defTabSz="804215" rtl="0" eaLnBrk="1" latinLnBrk="0" hangingPunct="1">
      <a:defRPr sz="1055" kern="1200">
        <a:solidFill>
          <a:schemeClr val="tx1"/>
        </a:solidFill>
        <a:latin typeface="+mn-lt"/>
        <a:ea typeface="+mn-ea"/>
        <a:cs typeface="+mn-cs"/>
      </a:defRPr>
    </a:lvl5pPr>
    <a:lvl6pPr marL="2010537" algn="l" defTabSz="804215" rtl="0" eaLnBrk="1" latinLnBrk="0" hangingPunct="1">
      <a:defRPr sz="1055" kern="1200">
        <a:solidFill>
          <a:schemeClr val="tx1"/>
        </a:solidFill>
        <a:latin typeface="+mn-lt"/>
        <a:ea typeface="+mn-ea"/>
        <a:cs typeface="+mn-cs"/>
      </a:defRPr>
    </a:lvl6pPr>
    <a:lvl7pPr marL="2412644" algn="l" defTabSz="804215" rtl="0" eaLnBrk="1" latinLnBrk="0" hangingPunct="1">
      <a:defRPr sz="1055" kern="1200">
        <a:solidFill>
          <a:schemeClr val="tx1"/>
        </a:solidFill>
        <a:latin typeface="+mn-lt"/>
        <a:ea typeface="+mn-ea"/>
        <a:cs typeface="+mn-cs"/>
      </a:defRPr>
    </a:lvl7pPr>
    <a:lvl8pPr marL="2814752" algn="l" defTabSz="804215" rtl="0" eaLnBrk="1" latinLnBrk="0" hangingPunct="1">
      <a:defRPr sz="1055" kern="1200">
        <a:solidFill>
          <a:schemeClr val="tx1"/>
        </a:solidFill>
        <a:latin typeface="+mn-lt"/>
        <a:ea typeface="+mn-ea"/>
        <a:cs typeface="+mn-cs"/>
      </a:defRPr>
    </a:lvl8pPr>
    <a:lvl9pPr marL="3216859" algn="l" defTabSz="804215" rtl="0" eaLnBrk="1" latinLnBrk="0" hangingPunct="1">
      <a:defRPr sz="10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ó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4896" y="1300020"/>
            <a:ext cx="22949496" cy="329997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1" name="Marcador de posición de texto 6"/>
          <p:cNvSpPr>
            <a:spLocks noGrp="1"/>
          </p:cNvSpPr>
          <p:nvPr>
            <p:ph type="body" sz="quarter" idx="36"/>
          </p:nvPr>
        </p:nvSpPr>
        <p:spPr bwMode="auto">
          <a:xfrm>
            <a:off x="4724896" y="4709525"/>
            <a:ext cx="22949496" cy="10905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772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72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772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772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772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772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772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772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772">
                <a:solidFill>
                  <a:schemeClr val="bg1"/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A57DF-1C19-4726-AB84-014692BAD8F5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C631-C489-4C11-812F-2172FBEAE8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arcador de posición de texto 6"/>
          <p:cNvSpPr>
            <a:spLocks noGrp="1"/>
          </p:cNvSpPr>
          <p:nvPr>
            <p:ph type="body" sz="quarter" idx="13" hasCustomPrompt="1"/>
          </p:nvPr>
        </p:nvSpPr>
        <p:spPr>
          <a:xfrm>
            <a:off x="843732" y="7680114"/>
            <a:ext cx="9449792" cy="1600024"/>
          </a:xfrm>
          <a:prstGeom prst="round1Rect">
            <a:avLst/>
          </a:prstGeom>
          <a:solidFill>
            <a:schemeClr val="accent2"/>
          </a:solidFill>
        </p:spPr>
        <p:txBody>
          <a:bodyPr lIns="365760" anchor="ctr">
            <a:noAutofit/>
          </a:bodyPr>
          <a:lstStyle>
            <a:lvl1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9" name="Marcador de posición de contenido 17"/>
          <p:cNvSpPr>
            <a:spLocks noGrp="1"/>
          </p:cNvSpPr>
          <p:nvPr>
            <p:ph sz="quarter" idx="24" hasCustomPrompt="1"/>
          </p:nvPr>
        </p:nvSpPr>
        <p:spPr>
          <a:xfrm>
            <a:off x="843732" y="9280137"/>
            <a:ext cx="9449792" cy="9000133"/>
          </a:xfrm>
        </p:spPr>
        <p:txBody>
          <a:bodyPr lIns="365760"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11" name="Marcador de posición de texto 6"/>
          <p:cNvSpPr>
            <a:spLocks noGrp="1"/>
          </p:cNvSpPr>
          <p:nvPr>
            <p:ph type="body" sz="quarter" idx="17" hasCustomPrompt="1"/>
          </p:nvPr>
        </p:nvSpPr>
        <p:spPr>
          <a:xfrm>
            <a:off x="843732" y="19728292"/>
            <a:ext cx="9449792" cy="1600024"/>
          </a:xfrm>
          <a:prstGeom prst="round1Rect">
            <a:avLst/>
          </a:prstGeom>
          <a:solidFill>
            <a:schemeClr val="accent3"/>
          </a:solidFill>
        </p:spPr>
        <p:txBody>
          <a:bodyPr lIns="365760" anchor="ctr">
            <a:noAutofit/>
          </a:bodyPr>
          <a:lstStyle>
            <a:lvl1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0" name="Marcador de posición de contenido 17"/>
          <p:cNvSpPr>
            <a:spLocks noGrp="1"/>
          </p:cNvSpPr>
          <p:nvPr>
            <p:ph sz="quarter" idx="25" hasCustomPrompt="1"/>
          </p:nvPr>
        </p:nvSpPr>
        <p:spPr>
          <a:xfrm>
            <a:off x="843732" y="21328318"/>
            <a:ext cx="9449792" cy="11926901"/>
          </a:xfrm>
        </p:spPr>
        <p:txBody>
          <a:bodyPr lIns="365760"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13" name="Marcador de posición de texto 6"/>
          <p:cNvSpPr>
            <a:spLocks noGrp="1"/>
          </p:cNvSpPr>
          <p:nvPr>
            <p:ph type="body" sz="quarter" idx="19" hasCustomPrompt="1"/>
          </p:nvPr>
        </p:nvSpPr>
        <p:spPr>
          <a:xfrm>
            <a:off x="843732" y="33900501"/>
            <a:ext cx="9449792" cy="1600024"/>
          </a:xfrm>
          <a:prstGeom prst="round1Rect">
            <a:avLst/>
          </a:prstGeom>
          <a:solidFill>
            <a:schemeClr val="accent4"/>
          </a:solidFill>
        </p:spPr>
        <p:txBody>
          <a:bodyPr lIns="365760" anchor="ctr">
            <a:noAutofit/>
          </a:bodyPr>
          <a:lstStyle>
            <a:lvl1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1" name="Marcador de posición de contenido 17"/>
          <p:cNvSpPr>
            <a:spLocks noGrp="1"/>
          </p:cNvSpPr>
          <p:nvPr>
            <p:ph sz="quarter" idx="26" hasCustomPrompt="1"/>
          </p:nvPr>
        </p:nvSpPr>
        <p:spPr>
          <a:xfrm>
            <a:off x="843732" y="35508524"/>
            <a:ext cx="9449792" cy="6000089"/>
          </a:xfrm>
        </p:spPr>
        <p:txBody>
          <a:bodyPr lIns="365760"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15" name="Marcador de posición de texto 6"/>
          <p:cNvSpPr>
            <a:spLocks noGrp="1"/>
          </p:cNvSpPr>
          <p:nvPr>
            <p:ph type="body" sz="quarter" idx="21" hasCustomPrompt="1"/>
          </p:nvPr>
        </p:nvSpPr>
        <p:spPr>
          <a:xfrm>
            <a:off x="11474748" y="7680114"/>
            <a:ext cx="9449792" cy="1600024"/>
          </a:xfrm>
          <a:prstGeom prst="round1Rect">
            <a:avLst/>
          </a:prstGeom>
          <a:solidFill>
            <a:schemeClr val="accent5"/>
          </a:solidFill>
        </p:spPr>
        <p:txBody>
          <a:bodyPr lIns="365760" anchor="ctr">
            <a:noAutofit/>
          </a:bodyPr>
          <a:lstStyle>
            <a:lvl1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2" name="Marcador de posición de contenido 17"/>
          <p:cNvSpPr>
            <a:spLocks noGrp="1"/>
          </p:cNvSpPr>
          <p:nvPr>
            <p:ph sz="quarter" idx="27" hasCustomPrompt="1"/>
          </p:nvPr>
        </p:nvSpPr>
        <p:spPr>
          <a:xfrm>
            <a:off x="11474748" y="9280137"/>
            <a:ext cx="9449792" cy="6000089"/>
          </a:xfrm>
        </p:spPr>
        <p:txBody>
          <a:bodyPr lIns="365760"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18" name="Marcador de posición de contenido 17"/>
          <p:cNvSpPr>
            <a:spLocks noGrp="1"/>
          </p:cNvSpPr>
          <p:nvPr>
            <p:ph sz="quarter" idx="23" hasCustomPrompt="1"/>
          </p:nvPr>
        </p:nvSpPr>
        <p:spPr>
          <a:xfrm>
            <a:off x="11474748" y="15680231"/>
            <a:ext cx="9449792" cy="8100120"/>
          </a:xfrm>
        </p:spPr>
        <p:txBody>
          <a:bodyPr lIns="365760"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3" name="Marcador de posición de contenido 17"/>
          <p:cNvSpPr>
            <a:spLocks noGrp="1"/>
          </p:cNvSpPr>
          <p:nvPr>
            <p:ph sz="quarter" idx="28" hasCustomPrompt="1"/>
          </p:nvPr>
        </p:nvSpPr>
        <p:spPr>
          <a:xfrm>
            <a:off x="11474748" y="30800457"/>
            <a:ext cx="9449792" cy="2300034"/>
          </a:xfrm>
        </p:spPr>
        <p:txBody>
          <a:bodyPr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Marcador de posición de texto 6"/>
          <p:cNvSpPr>
            <a:spLocks noGrp="1"/>
          </p:cNvSpPr>
          <p:nvPr>
            <p:ph type="body" sz="quarter" idx="29" hasCustomPrompt="1"/>
          </p:nvPr>
        </p:nvSpPr>
        <p:spPr>
          <a:xfrm>
            <a:off x="11474748" y="33900501"/>
            <a:ext cx="9449792" cy="1600024"/>
          </a:xfrm>
          <a:prstGeom prst="round1Rect">
            <a:avLst/>
          </a:prstGeom>
          <a:solidFill>
            <a:schemeClr val="accent6"/>
          </a:solidFill>
        </p:spPr>
        <p:txBody>
          <a:bodyPr lIns="365760" anchor="ctr">
            <a:noAutofit/>
          </a:bodyPr>
          <a:lstStyle>
            <a:lvl1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5" name="Marcador de posición de contenido 17"/>
          <p:cNvSpPr>
            <a:spLocks noGrp="1"/>
          </p:cNvSpPr>
          <p:nvPr>
            <p:ph sz="quarter" idx="30" hasCustomPrompt="1"/>
          </p:nvPr>
        </p:nvSpPr>
        <p:spPr>
          <a:xfrm>
            <a:off x="11474748" y="35508524"/>
            <a:ext cx="9449792" cy="6000089"/>
          </a:xfrm>
        </p:spPr>
        <p:txBody>
          <a:bodyPr lIns="365760"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6" name="Marcador de posición de texto 6"/>
          <p:cNvSpPr>
            <a:spLocks noGrp="1"/>
          </p:cNvSpPr>
          <p:nvPr>
            <p:ph type="body" sz="quarter" idx="31" hasCustomPrompt="1"/>
          </p:nvPr>
        </p:nvSpPr>
        <p:spPr>
          <a:xfrm>
            <a:off x="22072015" y="7680114"/>
            <a:ext cx="9449792" cy="1600024"/>
          </a:xfrm>
          <a:prstGeom prst="round1Rect">
            <a:avLst/>
          </a:prstGeom>
          <a:solidFill>
            <a:schemeClr val="accent6"/>
          </a:solidFill>
        </p:spPr>
        <p:txBody>
          <a:bodyPr lIns="365760" anchor="ctr">
            <a:noAutofit/>
          </a:bodyPr>
          <a:lstStyle>
            <a:lvl1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7" name="Marcador de posición de contenido 17"/>
          <p:cNvSpPr>
            <a:spLocks noGrp="1"/>
          </p:cNvSpPr>
          <p:nvPr>
            <p:ph sz="quarter" idx="32" hasCustomPrompt="1"/>
          </p:nvPr>
        </p:nvSpPr>
        <p:spPr>
          <a:xfrm>
            <a:off x="22072015" y="9280137"/>
            <a:ext cx="9449792" cy="9600142"/>
          </a:xfrm>
        </p:spPr>
        <p:txBody>
          <a:bodyPr lIns="365760"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8" name="Marcador de posición de contenido 17"/>
          <p:cNvSpPr>
            <a:spLocks noGrp="1"/>
          </p:cNvSpPr>
          <p:nvPr>
            <p:ph sz="quarter" idx="33" hasCustomPrompt="1"/>
          </p:nvPr>
        </p:nvSpPr>
        <p:spPr>
          <a:xfrm>
            <a:off x="22072015" y="20784307"/>
            <a:ext cx="9449792" cy="9600142"/>
          </a:xfrm>
        </p:spPr>
        <p:txBody>
          <a:bodyPr lIns="365760"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9" name="Marcador de posición de texto 6"/>
          <p:cNvSpPr>
            <a:spLocks noGrp="1"/>
          </p:cNvSpPr>
          <p:nvPr>
            <p:ph type="body" sz="quarter" idx="34" hasCustomPrompt="1"/>
          </p:nvPr>
        </p:nvSpPr>
        <p:spPr>
          <a:xfrm>
            <a:off x="22072015" y="33900501"/>
            <a:ext cx="9449792" cy="1600024"/>
          </a:xfrm>
          <a:prstGeom prst="round1Rect">
            <a:avLst/>
          </a:prstGeom>
          <a:solidFill>
            <a:schemeClr val="accent1"/>
          </a:solidFill>
        </p:spPr>
        <p:txBody>
          <a:bodyPr lIns="365760" anchor="ctr">
            <a:noAutofit/>
          </a:bodyPr>
          <a:lstStyle>
            <a:lvl1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0" name="Marcador de posición de contenido 17"/>
          <p:cNvSpPr>
            <a:spLocks noGrp="1"/>
          </p:cNvSpPr>
          <p:nvPr>
            <p:ph sz="quarter" idx="35" hasCustomPrompt="1"/>
          </p:nvPr>
        </p:nvSpPr>
        <p:spPr>
          <a:xfrm>
            <a:off x="22072015" y="35508524"/>
            <a:ext cx="9449792" cy="6000089"/>
          </a:xfrm>
        </p:spPr>
        <p:txBody>
          <a:bodyPr lIns="365760" tIns="182880"/>
          <a:lstStyle>
            <a:lvl1pPr>
              <a:defRPr baseline="0"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32" name="Instructions"/>
          <p:cNvSpPr/>
          <p:nvPr userDrawn="1"/>
        </p:nvSpPr>
        <p:spPr>
          <a:xfrm>
            <a:off x="32399289" y="3350047"/>
            <a:ext cx="9188235" cy="477173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496" rIns="202496" rtlCol="0" anchor="t"/>
          <a:lstStyle/>
          <a:p>
            <a:pPr lvl="0">
              <a:spcBef>
                <a:spcPts val="886"/>
              </a:spcBef>
            </a:pPr>
            <a:r>
              <a:rPr lang="es-ES" sz="7086" kern="1200" noProof="1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ea typeface="+mn-ea"/>
                <a:cs typeface="Calibri" panose="020F0502020204030204" pitchFamily="34" charset="0"/>
              </a:rPr>
              <a:t>Impresión:</a:t>
            </a:r>
          </a:p>
          <a:p>
            <a:pPr lvl="0">
              <a:spcBef>
                <a:spcPts val="886"/>
              </a:spcBef>
            </a:pPr>
            <a:r>
              <a:rPr lang="es-ES" sz="4872" kern="1200" noProof="1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ea typeface="+mn-ea"/>
                <a:cs typeface="Calibri" panose="020F0502020204030204" pitchFamily="34" charset="0"/>
              </a:rPr>
              <a:t>Este póster tiene un ancho de 122 cm y una altura de 92 cm. Está diseñado para imprimirse en una impresora de formato grande.</a:t>
            </a:r>
          </a:p>
          <a:p>
            <a:pPr lvl="0">
              <a:spcBef>
                <a:spcPts val="222"/>
              </a:spcBef>
            </a:pPr>
            <a:endParaRPr lang="es-ES" sz="4429" noProof="1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886"/>
              </a:spcBef>
            </a:pPr>
            <a:r>
              <a:rPr lang="es-ES" sz="6496" kern="1200" noProof="1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ea typeface="+mn-ea"/>
                <a:cs typeface="Calibri" panose="020F0502020204030204" pitchFamily="34" charset="0"/>
              </a:rPr>
              <a:t>Personalizar el contenido:</a:t>
            </a:r>
          </a:p>
          <a:p>
            <a:pPr lvl="0">
              <a:spcBef>
                <a:spcPts val="886"/>
              </a:spcBef>
            </a:pPr>
            <a:r>
              <a:rPr lang="es-ES" sz="4872" kern="1200" noProof="1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ea typeface="+mn-ea"/>
                <a:cs typeface="Calibri" panose="020F0502020204030204" pitchFamily="34" charset="0"/>
              </a:rPr>
              <a:t>Los marcadores de posición de este póster ya tienen formato. Especifique los marcadores de posición para agregar texto o haga clic en un icono para agregar una tabla, un gráfico, un gráfico SmartArt, una imagen o un archivo multimedia.</a:t>
            </a:r>
          </a:p>
          <a:p>
            <a:pPr lvl="0">
              <a:spcBef>
                <a:spcPts val="886"/>
              </a:spcBef>
            </a:pPr>
            <a:r>
              <a:rPr lang="es-ES" sz="4872" kern="1200" noProof="1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ea typeface="+mn-ea"/>
                <a:cs typeface="Calibri" panose="020F0502020204030204" pitchFamily="34" charset="0"/>
              </a:rPr>
              <a:t>Para agregar o quitar viñetas del texto, haga clic en el botón Viñetas de la pestaña Inicio.</a:t>
            </a:r>
          </a:p>
          <a:p>
            <a:pPr lvl="0">
              <a:spcBef>
                <a:spcPts val="886"/>
              </a:spcBef>
            </a:pPr>
            <a:r>
              <a:rPr lang="es-ES" sz="4872" kern="1200" noProof="1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ea typeface="+mn-ea"/>
                <a:cs typeface="Calibri" panose="020F0502020204030204" pitchFamily="34" charset="0"/>
              </a:rPr>
              <a:t>Si necesita más marcadores de posición para títulos, contenido o texto del cuerpo, haga una copia de lo que necesite y arrástrela a su posición. Las guías inteligentes de PowerPoint le ayudarán a alinearla con el resto del contenido.</a:t>
            </a:r>
          </a:p>
          <a:p>
            <a:pPr lvl="0">
              <a:spcBef>
                <a:spcPts val="886"/>
              </a:spcBef>
            </a:pPr>
            <a:r>
              <a:rPr lang="es-ES" sz="4872" kern="1200" noProof="1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ea typeface="+mn-ea"/>
                <a:cs typeface="Calibri" panose="020F0502020204030204" pitchFamily="34" charset="0"/>
              </a:rPr>
              <a:t>¿Desea usar sus propias imágenes en lugar de las nuestras? No hay problema. Simplemente haga clic con el botón secundario en una imagen y elija Cambiar imagen. Arrastre una esquina para conservar la relación de aspecto de las imágenes cuando cambie su tamaño.</a:t>
            </a:r>
          </a:p>
          <a:p>
            <a:pPr lvl="0">
              <a:spcBef>
                <a:spcPts val="1772"/>
              </a:spcBef>
            </a:pPr>
            <a:endParaRPr lang="es-ES" sz="4872" noProof="1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07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68" userDrawn="1">
          <p15:clr>
            <a:srgbClr val="A4A3A4"/>
          </p15:clr>
        </p15:guide>
        <p15:guide id="2" pos="13641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invGray">
          <a:xfrm>
            <a:off x="0" y="0"/>
            <a:ext cx="32399288" cy="66000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59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724896" y="1300020"/>
            <a:ext cx="22949496" cy="3299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4896" y="7900117"/>
            <a:ext cx="22949496" cy="3101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3731" y="42145895"/>
            <a:ext cx="7289840" cy="600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A57DF-1C19-4726-AB84-014692BAD8F5}" type="datetimeFigureOut">
              <a:rPr lang="en-US" smtClean="0"/>
              <a:pPr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33572" y="42145895"/>
            <a:ext cx="16132145" cy="600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265717" y="42145895"/>
            <a:ext cx="7289840" cy="600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4C631-C489-4C11-812F-2172FBEAE8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0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3239950" rtl="0" eaLnBrk="1" latinLnBrk="0" hangingPunct="1">
        <a:lnSpc>
          <a:spcPct val="90000"/>
        </a:lnSpc>
        <a:spcBef>
          <a:spcPct val="0"/>
        </a:spcBef>
        <a:buNone/>
        <a:defRPr sz="6496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37495" indent="-337495" algn="l" defTabSz="3239950" rtl="0" eaLnBrk="1" latinLnBrk="0" hangingPunct="1">
        <a:lnSpc>
          <a:spcPct val="100000"/>
        </a:lnSpc>
        <a:spcBef>
          <a:spcPts val="886"/>
        </a:spcBef>
        <a:buClr>
          <a:schemeClr val="accent2"/>
        </a:buClr>
        <a:buFont typeface="Arial" panose="020B0604020202020204" pitchFamily="34" charset="0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1pPr>
      <a:lvl2pPr marL="809988" indent="-337495" algn="l" defTabSz="3239950" rtl="0" eaLnBrk="1" latinLnBrk="0" hangingPunct="1">
        <a:lnSpc>
          <a:spcPct val="100000"/>
        </a:lnSpc>
        <a:spcBef>
          <a:spcPts val="886"/>
        </a:spcBef>
        <a:buClr>
          <a:schemeClr val="accent2"/>
        </a:buClr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09988" indent="-337495" algn="l" defTabSz="3239950" rtl="0" eaLnBrk="1" latinLnBrk="0" hangingPunct="1">
        <a:lnSpc>
          <a:spcPct val="100000"/>
        </a:lnSpc>
        <a:spcBef>
          <a:spcPts val="886"/>
        </a:spcBef>
        <a:buClr>
          <a:schemeClr val="accent2"/>
        </a:buClr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809988" indent="-337495" algn="l" defTabSz="3239950" rtl="0" eaLnBrk="1" latinLnBrk="0" hangingPunct="1">
        <a:lnSpc>
          <a:spcPct val="100000"/>
        </a:lnSpc>
        <a:spcBef>
          <a:spcPts val="886"/>
        </a:spcBef>
        <a:buClr>
          <a:schemeClr val="accent2"/>
        </a:buClr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809988" indent="-337495" algn="l" defTabSz="3239950" rtl="0" eaLnBrk="1" latinLnBrk="0" hangingPunct="1">
        <a:lnSpc>
          <a:spcPct val="100000"/>
        </a:lnSpc>
        <a:spcBef>
          <a:spcPts val="886"/>
        </a:spcBef>
        <a:buClr>
          <a:schemeClr val="accent2"/>
        </a:buClr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809988" indent="-337495" algn="l" defTabSz="3239950" rtl="0" eaLnBrk="1" latinLnBrk="0" hangingPunct="1">
        <a:lnSpc>
          <a:spcPct val="100000"/>
        </a:lnSpc>
        <a:spcBef>
          <a:spcPts val="886"/>
        </a:spcBef>
        <a:buClr>
          <a:schemeClr val="accent2"/>
        </a:buClr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809988" indent="-337495" algn="l" defTabSz="3239950" rtl="0" eaLnBrk="1" latinLnBrk="0" hangingPunct="1">
        <a:lnSpc>
          <a:spcPct val="100000"/>
        </a:lnSpc>
        <a:spcBef>
          <a:spcPts val="886"/>
        </a:spcBef>
        <a:buClr>
          <a:schemeClr val="accent2"/>
        </a:buClr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809988" indent="-337495" algn="l" defTabSz="3239950" rtl="0" eaLnBrk="1" latinLnBrk="0" hangingPunct="1">
        <a:lnSpc>
          <a:spcPct val="100000"/>
        </a:lnSpc>
        <a:spcBef>
          <a:spcPts val="886"/>
        </a:spcBef>
        <a:buClr>
          <a:schemeClr val="accent2"/>
        </a:buClr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809988" indent="-337495" algn="l" defTabSz="3239950" rtl="0" eaLnBrk="1" latinLnBrk="0" hangingPunct="1">
        <a:lnSpc>
          <a:spcPct val="100000"/>
        </a:lnSpc>
        <a:spcBef>
          <a:spcPts val="886"/>
        </a:spcBef>
        <a:buClr>
          <a:schemeClr val="accent2"/>
        </a:buClr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50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75" algn="l" defTabSz="3239950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50" algn="l" defTabSz="3239950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926" algn="l" defTabSz="3239950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901" algn="l" defTabSz="3239950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876" algn="l" defTabSz="3239950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851" algn="l" defTabSz="3239950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826" algn="l" defTabSz="3239950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802" algn="l" defTabSz="3239950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531" userDrawn="1">
          <p15:clr>
            <a:srgbClr val="A4A3A4"/>
          </p15:clr>
        </p15:guide>
        <p15:guide id="3" pos="19878" userDrawn="1">
          <p15:clr>
            <a:srgbClr val="A4A3A4"/>
          </p15:clr>
        </p15:guide>
        <p15:guide id="4" pos="1020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6FFA0A-3799-6382-5D43-A9E3DB3FF256}"/>
              </a:ext>
            </a:extLst>
          </p:cNvPr>
          <p:cNvSpPr/>
          <p:nvPr/>
        </p:nvSpPr>
        <p:spPr>
          <a:xfrm>
            <a:off x="-26422" y="0"/>
            <a:ext cx="32399288" cy="81961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6000" dirty="0" err="1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20954896" y="18575573"/>
            <a:ext cx="9316435" cy="1462483"/>
          </a:xfrm>
          <a:prstGeom prst="roundRect">
            <a:avLst/>
          </a:prstGeom>
          <a:gradFill flip="none" rotWithShape="1">
            <a:gsLst>
              <a:gs pos="0">
                <a:srgbClr val="339966">
                  <a:shade val="30000"/>
                  <a:satMod val="115000"/>
                </a:srgbClr>
              </a:gs>
              <a:gs pos="50000">
                <a:srgbClr val="339966">
                  <a:shade val="67500"/>
                  <a:satMod val="115000"/>
                </a:srgbClr>
              </a:gs>
              <a:gs pos="100000">
                <a:srgbClr val="339966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EBA5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365760" tIns="45720" rIns="91440" bIns="45720" rtlCol="0" anchor="ctr">
            <a:noAutofit/>
          </a:bodyPr>
          <a:lstStyle/>
          <a:p>
            <a:pPr algn="ctr"/>
            <a:r>
              <a:rPr lang="es-ES" sz="5400" noProof="1"/>
              <a:t>CONCLUSIONES</a:t>
            </a:r>
            <a:r>
              <a:rPr lang="es-ES" sz="4800" noProof="1"/>
              <a:t> </a:t>
            </a:r>
          </a:p>
        </p:txBody>
      </p:sp>
      <p:sp>
        <p:nvSpPr>
          <p:cNvPr id="16" name="Marcador de posición de texto 15"/>
          <p:cNvSpPr>
            <a:spLocks noGrp="1"/>
          </p:cNvSpPr>
          <p:nvPr>
            <p:ph type="body" sz="quarter" idx="17"/>
          </p:nvPr>
        </p:nvSpPr>
        <p:spPr>
          <a:xfrm>
            <a:off x="3483432" y="18485979"/>
            <a:ext cx="9771048" cy="1686807"/>
          </a:xfrm>
          <a:prstGeom prst="roundRect">
            <a:avLst/>
          </a:prstGeom>
          <a:gradFill flip="none" rotWithShape="1">
            <a:gsLst>
              <a:gs pos="0">
                <a:srgbClr val="339966">
                  <a:shade val="30000"/>
                  <a:satMod val="115000"/>
                </a:srgbClr>
              </a:gs>
              <a:gs pos="50000">
                <a:srgbClr val="339966">
                  <a:shade val="67500"/>
                  <a:satMod val="115000"/>
                </a:srgbClr>
              </a:gs>
              <a:gs pos="100000">
                <a:srgbClr val="339966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EBA5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365760" tIns="45720" rIns="91440" bIns="45720" rtlCol="0" anchor="ctr">
            <a:noAutofit/>
          </a:bodyPr>
          <a:lstStyle/>
          <a:p>
            <a:pPr algn="ctr"/>
            <a:r>
              <a:rPr lang="es-ES" sz="5400" noProof="1"/>
              <a:t>Fundamentación</a:t>
            </a:r>
            <a:r>
              <a:rPr lang="es-ES" sz="4800" noProof="1"/>
              <a:t> teorica </a:t>
            </a:r>
          </a:p>
        </p:txBody>
      </p:sp>
      <p:sp>
        <p:nvSpPr>
          <p:cNvPr id="181" name="Marcador de posición de texto 15"/>
          <p:cNvSpPr>
            <a:spLocks noGrp="1"/>
          </p:cNvSpPr>
          <p:nvPr>
            <p:ph type="body" sz="quarter" idx="19"/>
          </p:nvPr>
        </p:nvSpPr>
        <p:spPr>
          <a:xfrm>
            <a:off x="3331590" y="9144875"/>
            <a:ext cx="9799683" cy="1677632"/>
          </a:xfrm>
          <a:prstGeom prst="roundRect">
            <a:avLst/>
          </a:prstGeom>
          <a:gradFill flip="none" rotWithShape="1">
            <a:gsLst>
              <a:gs pos="0">
                <a:srgbClr val="339966">
                  <a:shade val="30000"/>
                  <a:satMod val="115000"/>
                </a:srgbClr>
              </a:gs>
              <a:gs pos="50000">
                <a:srgbClr val="339966">
                  <a:shade val="67500"/>
                  <a:satMod val="115000"/>
                </a:srgbClr>
              </a:gs>
              <a:gs pos="100000">
                <a:srgbClr val="339966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EBA5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/>
            <a:r>
              <a:rPr lang="es-ES" sz="5400" b="1" noProof="1"/>
              <a:t>RESUMEN</a:t>
            </a:r>
            <a:endParaRPr lang="es-ES" sz="4800" b="1" noProof="1"/>
          </a:p>
        </p:txBody>
      </p:sp>
      <p:sp>
        <p:nvSpPr>
          <p:cNvPr id="141" name="Marcador de texto 140">
            <a:extLst>
              <a:ext uri="{FF2B5EF4-FFF2-40B4-BE49-F238E27FC236}">
                <a16:creationId xmlns:a16="http://schemas.microsoft.com/office/drawing/2014/main" id="{F9DC9C52-9DAE-463D-A23E-7787BDEBDB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65702" y="30168416"/>
            <a:ext cx="9089716" cy="3222985"/>
          </a:xfrm>
          <a:prstGeom prst="roundRect">
            <a:avLst/>
          </a:prstGeom>
          <a:gradFill flip="none" rotWithShape="1">
            <a:gsLst>
              <a:gs pos="0">
                <a:srgbClr val="339966">
                  <a:shade val="30000"/>
                  <a:satMod val="115000"/>
                </a:srgbClr>
              </a:gs>
              <a:gs pos="50000">
                <a:srgbClr val="339966">
                  <a:shade val="67500"/>
                  <a:satMod val="115000"/>
                </a:srgbClr>
              </a:gs>
              <a:gs pos="100000">
                <a:srgbClr val="339966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EBA5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365760" tIns="45720" rIns="91440" bIns="45720" rtlCol="0" anchor="ctr">
            <a:noAutofit/>
          </a:bodyPr>
          <a:lstStyle/>
          <a:p>
            <a:pPr algn="ctr"/>
            <a:r>
              <a:rPr lang="es-ES" sz="5400" noProof="1"/>
              <a:t>FUNDAMENTACIÓN</a:t>
            </a:r>
            <a:r>
              <a:rPr lang="es-ES" sz="4800" noProof="1"/>
              <a:t> METODOLOGICA 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159F4EA2-8DA9-89BB-9685-91F8E4815D5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265702" y="5717165"/>
            <a:ext cx="22949496" cy="2191396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 rtl="0"/>
            <a:r>
              <a:rPr lang="es-US" sz="4800" b="1" dirty="0">
                <a:solidFill>
                  <a:srgbClr val="249C6E"/>
                </a:solidFill>
                <a:latin typeface="Geo"/>
              </a:rPr>
              <a:t>Autor ¹ </a:t>
            </a:r>
          </a:p>
          <a:p>
            <a:pPr algn="ctr" rtl="0"/>
            <a:r>
              <a:rPr lang="es-US" sz="4800" b="1" dirty="0">
                <a:solidFill>
                  <a:srgbClr val="249C6E"/>
                </a:solidFill>
                <a:latin typeface="Geo"/>
              </a:rPr>
              <a:t>autor ² </a:t>
            </a:r>
          </a:p>
          <a:p>
            <a:pPr algn="ctr" rtl="0"/>
            <a:r>
              <a:rPr lang="es-US" sz="4800" b="1" dirty="0">
                <a:solidFill>
                  <a:srgbClr val="249C6E"/>
                </a:solidFill>
                <a:latin typeface="Geo"/>
              </a:rPr>
              <a:t>autor ³ </a:t>
            </a:r>
            <a:endParaRPr lang="es-US" sz="4800" dirty="0">
              <a:solidFill>
                <a:srgbClr val="249C6E"/>
              </a:solidFill>
              <a:effectLst/>
            </a:endParaRPr>
          </a:p>
        </p:txBody>
      </p:sp>
      <p:cxnSp>
        <p:nvCxnSpPr>
          <p:cNvPr id="161" name="Conector recto de flecha 160">
            <a:extLst>
              <a:ext uri="{FF2B5EF4-FFF2-40B4-BE49-F238E27FC236}">
                <a16:creationId xmlns:a16="http://schemas.microsoft.com/office/drawing/2014/main" id="{451052FE-4F22-4774-9405-545F4BAD0A7E}"/>
              </a:ext>
            </a:extLst>
          </p:cNvPr>
          <p:cNvCxnSpPr/>
          <p:nvPr/>
        </p:nvCxnSpPr>
        <p:spPr>
          <a:xfrm>
            <a:off x="12522304" y="32545478"/>
            <a:ext cx="19380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 recto de flecha 161">
            <a:extLst>
              <a:ext uri="{FF2B5EF4-FFF2-40B4-BE49-F238E27FC236}">
                <a16:creationId xmlns:a16="http://schemas.microsoft.com/office/drawing/2014/main" id="{BFA43A46-5F6A-47CA-8795-C4DBBCC0A60E}"/>
              </a:ext>
            </a:extLst>
          </p:cNvPr>
          <p:cNvCxnSpPr/>
          <p:nvPr/>
        </p:nvCxnSpPr>
        <p:spPr>
          <a:xfrm>
            <a:off x="12610326" y="32869341"/>
            <a:ext cx="19380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 recto de flecha 168">
            <a:extLst>
              <a:ext uri="{FF2B5EF4-FFF2-40B4-BE49-F238E27FC236}">
                <a16:creationId xmlns:a16="http://schemas.microsoft.com/office/drawing/2014/main" id="{1BD6BCEE-8667-46E9-91E4-16BBCC238856}"/>
              </a:ext>
            </a:extLst>
          </p:cNvPr>
          <p:cNvCxnSpPr/>
          <p:nvPr/>
        </p:nvCxnSpPr>
        <p:spPr>
          <a:xfrm>
            <a:off x="12610326" y="35828046"/>
            <a:ext cx="19380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cto de flecha 163">
            <a:extLst>
              <a:ext uri="{FF2B5EF4-FFF2-40B4-BE49-F238E27FC236}">
                <a16:creationId xmlns:a16="http://schemas.microsoft.com/office/drawing/2014/main" id="{3355466B-C446-4FA1-90EF-AB1E376C3014}"/>
              </a:ext>
            </a:extLst>
          </p:cNvPr>
          <p:cNvCxnSpPr/>
          <p:nvPr/>
        </p:nvCxnSpPr>
        <p:spPr>
          <a:xfrm>
            <a:off x="16926671" y="36762057"/>
            <a:ext cx="19380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8FAF7A5D-21BD-4BDE-B246-9A65BA524941}"/>
              </a:ext>
            </a:extLst>
          </p:cNvPr>
          <p:cNvCxnSpPr/>
          <p:nvPr/>
        </p:nvCxnSpPr>
        <p:spPr>
          <a:xfrm>
            <a:off x="14234146" y="40261462"/>
            <a:ext cx="19380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D2D88804-2800-47E0-ADFA-6F938AE69608}"/>
              </a:ext>
            </a:extLst>
          </p:cNvPr>
          <p:cNvCxnSpPr/>
          <p:nvPr/>
        </p:nvCxnSpPr>
        <p:spPr>
          <a:xfrm>
            <a:off x="15546643" y="39815072"/>
            <a:ext cx="19380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/>
          <p:cNvSpPr/>
          <p:nvPr/>
        </p:nvSpPr>
        <p:spPr>
          <a:xfrm>
            <a:off x="17378827" y="26803094"/>
            <a:ext cx="98363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es-ES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s-CO" sz="2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4" name="Marcador de posición de texto 4">
            <a:extLst>
              <a:ext uri="{FF2B5EF4-FFF2-40B4-BE49-F238E27FC236}">
                <a16:creationId xmlns:a16="http://schemas.microsoft.com/office/drawing/2014/main" id="{847A23A7-D49F-44DA-907F-E56391C52E26}"/>
              </a:ext>
            </a:extLst>
          </p:cNvPr>
          <p:cNvSpPr txBox="1">
            <a:spLocks/>
          </p:cNvSpPr>
          <p:nvPr/>
        </p:nvSpPr>
        <p:spPr>
          <a:xfrm>
            <a:off x="20039711" y="9098789"/>
            <a:ext cx="9561845" cy="1677632"/>
          </a:xfrm>
          <a:prstGeom prst="roundRect">
            <a:avLst/>
          </a:prstGeom>
          <a:gradFill flip="none" rotWithShape="1">
            <a:gsLst>
              <a:gs pos="0">
                <a:srgbClr val="339966">
                  <a:shade val="30000"/>
                  <a:satMod val="115000"/>
                </a:srgbClr>
              </a:gs>
              <a:gs pos="50000">
                <a:srgbClr val="339966">
                  <a:shade val="67500"/>
                  <a:satMod val="115000"/>
                </a:srgbClr>
              </a:gs>
              <a:gs pos="100000">
                <a:srgbClr val="339966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EBA5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365760" tIns="45720" rIns="91440" bIns="45720" rtlCol="0" anchor="ctr">
            <a:noAutofit/>
          </a:bodyPr>
          <a:lstStyle>
            <a:lvl1pPr indent="0" algn="ctr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800" cap="all" baseline="0">
                <a:solidFill>
                  <a:schemeClr val="bg1"/>
                </a:solidFill>
                <a:latin typeface="+mj-lt"/>
              </a:defRPr>
            </a:lvl1pPr>
            <a:lvl2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2pPr>
            <a:lvl3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3pPr>
            <a:lvl4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4pPr>
            <a:lvl5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5pPr>
            <a:lvl6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6pPr>
            <a:lvl7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7pPr>
            <a:lvl8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8pPr>
            <a:lvl9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endParaRPr lang="es-ES" noProof="1"/>
          </a:p>
          <a:p>
            <a:endParaRPr lang="es-ES" noProof="1"/>
          </a:p>
          <a:p>
            <a:r>
              <a:rPr lang="es-ES" sz="5400" noProof="1"/>
              <a:t>RESULTADOS FINALES O ESPERAD0S</a:t>
            </a:r>
            <a:endParaRPr lang="es-ES" noProof="1"/>
          </a:p>
          <a:p>
            <a:endParaRPr lang="es-ES" noProof="1"/>
          </a:p>
          <a:p>
            <a:r>
              <a:rPr lang="es-ES" noProof="1"/>
              <a:t>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FD0DE24-F153-0D99-A853-A08E8044C629}"/>
              </a:ext>
            </a:extLst>
          </p:cNvPr>
          <p:cNvSpPr txBox="1"/>
          <p:nvPr/>
        </p:nvSpPr>
        <p:spPr>
          <a:xfrm>
            <a:off x="2353954" y="4125405"/>
            <a:ext cx="27691379" cy="1328023"/>
          </a:xfrm>
          <a:prstGeom prst="round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US" sz="7200" b="1" dirty="0">
                <a:solidFill>
                  <a:srgbClr val="000000"/>
                </a:solidFill>
                <a:latin typeface="Arial" panose="020B0604020202020204" pitchFamily="34" charset="0"/>
              </a:rPr>
              <a:t>TÍTULO DE LA  INVESTIGACIÓN O EXPERIENCIA</a:t>
            </a:r>
            <a:endParaRPr lang="es-US" sz="72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048EE3-FA27-1D03-DA7C-93F3D7EA1759}"/>
              </a:ext>
            </a:extLst>
          </p:cNvPr>
          <p:cNvSpPr txBox="1"/>
          <p:nvPr/>
        </p:nvSpPr>
        <p:spPr>
          <a:xfrm>
            <a:off x="560272" y="23348879"/>
            <a:ext cx="9836371" cy="37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s-CO" sz="6000" dirty="0" err="1"/>
          </a:p>
        </p:txBody>
      </p:sp>
      <p:sp>
        <p:nvSpPr>
          <p:cNvPr id="35" name="Marcador de posición de texto 4">
            <a:extLst>
              <a:ext uri="{FF2B5EF4-FFF2-40B4-BE49-F238E27FC236}">
                <a16:creationId xmlns:a16="http://schemas.microsoft.com/office/drawing/2014/main" id="{847A23A7-D49F-44DA-907F-E56391C52E26}"/>
              </a:ext>
            </a:extLst>
          </p:cNvPr>
          <p:cNvSpPr txBox="1">
            <a:spLocks/>
          </p:cNvSpPr>
          <p:nvPr/>
        </p:nvSpPr>
        <p:spPr>
          <a:xfrm>
            <a:off x="20709486" y="24915078"/>
            <a:ext cx="9561845" cy="1886871"/>
          </a:xfrm>
          <a:prstGeom prst="roundRect">
            <a:avLst/>
          </a:prstGeom>
          <a:gradFill flip="none" rotWithShape="1">
            <a:gsLst>
              <a:gs pos="0">
                <a:srgbClr val="339966">
                  <a:shade val="30000"/>
                  <a:satMod val="115000"/>
                </a:srgbClr>
              </a:gs>
              <a:gs pos="50000">
                <a:srgbClr val="339966">
                  <a:shade val="67500"/>
                  <a:satMod val="115000"/>
                </a:srgbClr>
              </a:gs>
              <a:gs pos="100000">
                <a:srgbClr val="339966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EBA5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365760" tIns="45720" rIns="91440" bIns="45720" rtlCol="0" anchor="ctr">
            <a:noAutofit/>
          </a:bodyPr>
          <a:lstStyle>
            <a:lvl1pPr indent="0" algn="ctr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800" cap="all" baseline="0">
                <a:solidFill>
                  <a:schemeClr val="bg1"/>
                </a:solidFill>
                <a:latin typeface="+mj-lt"/>
              </a:defRPr>
            </a:lvl1pPr>
            <a:lvl2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2pPr>
            <a:lvl3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3pPr>
            <a:lvl4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4pPr>
            <a:lvl5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5pPr>
            <a:lvl6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6pPr>
            <a:lvl7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7pPr>
            <a:lvl8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8pPr>
            <a:lvl9pPr marL="0" indent="0" defTabSz="323995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endParaRPr lang="es-ES" noProof="1"/>
          </a:p>
          <a:p>
            <a:r>
              <a:rPr lang="es-ES" sz="5400" noProof="1"/>
              <a:t>REFERENCIAS</a:t>
            </a:r>
            <a:r>
              <a:rPr lang="es-ES" noProof="1"/>
              <a:t>  </a:t>
            </a:r>
          </a:p>
          <a:p>
            <a:r>
              <a:rPr lang="es-ES" noProof="1"/>
              <a:t> </a:t>
            </a:r>
          </a:p>
        </p:txBody>
      </p:sp>
      <p:pic>
        <p:nvPicPr>
          <p:cNvPr id="9" name="Imagen 8" descr="Logotipo&#10;&#10;Descripción generada automáticamente">
            <a:extLst>
              <a:ext uri="{FF2B5EF4-FFF2-40B4-BE49-F238E27FC236}">
                <a16:creationId xmlns:a16="http://schemas.microsoft.com/office/drawing/2014/main" id="{54741CF0-DB8E-A2E0-58DD-35223A704D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002" y="451576"/>
            <a:ext cx="2746567" cy="2825330"/>
          </a:xfrm>
          <a:prstGeom prst="rect">
            <a:avLst/>
          </a:prstGeom>
        </p:spPr>
      </p:pic>
      <p:pic>
        <p:nvPicPr>
          <p:cNvPr id="13" name="Imagen 12" descr="Texto&#10;&#10;Descripción generada automáticamente con confianza baja">
            <a:extLst>
              <a:ext uri="{FF2B5EF4-FFF2-40B4-BE49-F238E27FC236}">
                <a16:creationId xmlns:a16="http://schemas.microsoft.com/office/drawing/2014/main" id="{35485BB4-8392-814B-8074-2FBE07EA6D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7" r="9848"/>
          <a:stretch/>
        </p:blipFill>
        <p:spPr>
          <a:xfrm>
            <a:off x="200606" y="236280"/>
            <a:ext cx="4607368" cy="3022580"/>
          </a:xfrm>
          <a:prstGeom prst="rect">
            <a:avLst/>
          </a:prstGeom>
        </p:spPr>
      </p:pic>
      <p:pic>
        <p:nvPicPr>
          <p:cNvPr id="15" name="Imagen 1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E22EF10-CD5F-1ABA-E00C-BC38B2D6C1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2" t="4508" r="8205" b="30137"/>
          <a:stretch/>
        </p:blipFill>
        <p:spPr>
          <a:xfrm>
            <a:off x="23557810" y="1391791"/>
            <a:ext cx="4363595" cy="1768835"/>
          </a:xfrm>
          <a:prstGeom prst="rect">
            <a:avLst/>
          </a:prstGeom>
        </p:spPr>
      </p:pic>
      <p:sp>
        <p:nvSpPr>
          <p:cNvPr id="4" name="Marcador de texto 24">
            <a:extLst>
              <a:ext uri="{FF2B5EF4-FFF2-40B4-BE49-F238E27FC236}">
                <a16:creationId xmlns:a16="http://schemas.microsoft.com/office/drawing/2014/main" id="{E24C950F-8A63-5217-34D3-E0D1570471E3}"/>
              </a:ext>
            </a:extLst>
          </p:cNvPr>
          <p:cNvSpPr txBox="1">
            <a:spLocks/>
          </p:cNvSpPr>
          <p:nvPr/>
        </p:nvSpPr>
        <p:spPr>
          <a:xfrm>
            <a:off x="0" y="40862953"/>
            <a:ext cx="14234146" cy="2191396"/>
          </a:xfrm>
          <a:prstGeom prst="roundRect">
            <a:avLst/>
          </a:prstGeom>
          <a:solidFill>
            <a:schemeClr val="accent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365760" tIns="45720" rIns="91440" bIns="45720" rtlCol="0" anchor="ctr">
            <a:noAutofit/>
          </a:bodyPr>
          <a:lstStyle>
            <a:lvl1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6pPr>
            <a:lvl7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7pPr>
            <a:lvl8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8pPr>
            <a:lvl9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9pPr>
          </a:lstStyle>
          <a:p>
            <a:pPr rtl="0"/>
            <a:r>
              <a:rPr lang="es-US" sz="3200" b="1" dirty="0">
                <a:solidFill>
                  <a:srgbClr val="249C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¹ Autor ,INSTITUCIÓN EDUCATIVA , correo institucional, CIUDAD </a:t>
            </a:r>
          </a:p>
          <a:p>
            <a:pPr rtl="0"/>
            <a:r>
              <a:rPr lang="es-US" sz="3200" b="1" dirty="0">
                <a:solidFill>
                  <a:srgbClr val="249C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² autor, INSTITUCIÓN EDUCATIVA , correo institucional, CIUDAD</a:t>
            </a:r>
          </a:p>
          <a:p>
            <a:pPr rtl="0"/>
            <a:r>
              <a:rPr lang="es-US" sz="3200" b="1" dirty="0">
                <a:solidFill>
                  <a:srgbClr val="249C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³ autor, INSTITUCIÓN EDUCATIVA , correo institucional , CIUDAD</a:t>
            </a:r>
            <a:endParaRPr lang="es-US" sz="3200" dirty="0">
              <a:solidFill>
                <a:srgbClr val="249C6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Marcador de posición de texto 4">
            <a:extLst>
              <a:ext uri="{FF2B5EF4-FFF2-40B4-BE49-F238E27FC236}">
                <a16:creationId xmlns:a16="http://schemas.microsoft.com/office/drawing/2014/main" id="{8D33CD10-9C3A-4125-56B8-DFF32A168E00}"/>
              </a:ext>
            </a:extLst>
          </p:cNvPr>
          <p:cNvSpPr txBox="1">
            <a:spLocks/>
          </p:cNvSpPr>
          <p:nvPr/>
        </p:nvSpPr>
        <p:spPr>
          <a:xfrm>
            <a:off x="21128094" y="32138099"/>
            <a:ext cx="9316435" cy="1462483"/>
          </a:xfrm>
          <a:prstGeom prst="roundRect">
            <a:avLst/>
          </a:prstGeom>
          <a:gradFill flip="none" rotWithShape="1">
            <a:gsLst>
              <a:gs pos="0">
                <a:srgbClr val="339966">
                  <a:shade val="30000"/>
                  <a:satMod val="115000"/>
                </a:srgbClr>
              </a:gs>
              <a:gs pos="50000">
                <a:srgbClr val="339966">
                  <a:shade val="67500"/>
                  <a:satMod val="115000"/>
                </a:srgbClr>
              </a:gs>
              <a:gs pos="100000">
                <a:srgbClr val="339966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DEBA5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365760" tIns="45720" rIns="91440" bIns="45720" rtlCol="0" anchor="ctr">
            <a:noAutofit/>
          </a:bodyPr>
          <a:lstStyle>
            <a:lvl1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6pPr>
            <a:lvl7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7pPr>
            <a:lvl8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8pPr>
            <a:lvl9pPr marL="0" indent="0" algn="l" defTabSz="32399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4429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9pPr>
          </a:lstStyle>
          <a:p>
            <a:pPr algn="ctr"/>
            <a:r>
              <a:rPr lang="es-ES" sz="5400" noProof="1"/>
              <a:t>EVIDENCIAS</a:t>
            </a:r>
            <a:r>
              <a:rPr lang="es-ES" sz="4800" noProof="1"/>
              <a:t> FOTOGRAFICAS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A5896FB-1A81-9034-650B-28B526A0AAA1}"/>
              </a:ext>
            </a:extLst>
          </p:cNvPr>
          <p:cNvSpPr txBox="1"/>
          <p:nvPr/>
        </p:nvSpPr>
        <p:spPr>
          <a:xfrm>
            <a:off x="17120478" y="41496986"/>
            <a:ext cx="13212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600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r>
              <a:rPr lang="es-ES" sz="5400" dirty="0"/>
              <a:t>COLOQUE AQUÍ LOGOS INSTITUCIONALES</a:t>
            </a:r>
            <a:endParaRPr lang="es-CO" sz="5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8B590B-E350-5C95-B91F-7F14463015EB}"/>
              </a:ext>
            </a:extLst>
          </p:cNvPr>
          <p:cNvSpPr txBox="1"/>
          <p:nvPr/>
        </p:nvSpPr>
        <p:spPr>
          <a:xfrm>
            <a:off x="2353954" y="11866351"/>
            <a:ext cx="117682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600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pPr algn="just"/>
            <a:r>
              <a:rPr lang="es-ES" sz="4800" dirty="0">
                <a:latin typeface="Cambria" panose="02040503050406030204" pitchFamily="18" charset="0"/>
                <a:ea typeface="Cambria" panose="02040503050406030204" pitchFamily="18" charset="0"/>
              </a:rPr>
              <a:t>Este resumen debe contener 230 palabras de forma breve el objetivo general de la investigación, metodología empleada (diseño, método, técnica, estrategias), resultados más destacados y principales conclusiones. </a:t>
            </a:r>
          </a:p>
          <a:p>
            <a:pPr algn="just"/>
            <a:endParaRPr lang="es-CO" sz="4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s-ES" sz="4800" b="1" dirty="0">
                <a:latin typeface="Cambria" panose="02040503050406030204" pitchFamily="18" charset="0"/>
                <a:ea typeface="Cambria" panose="02040503050406030204" pitchFamily="18" charset="0"/>
              </a:rPr>
              <a:t>Palabras clave</a:t>
            </a:r>
            <a:r>
              <a:rPr lang="es-ES" sz="4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s-ES" sz="4800" i="1" dirty="0">
                <a:latin typeface="Cambria" panose="02040503050406030204" pitchFamily="18" charset="0"/>
                <a:ea typeface="Cambria" panose="02040503050406030204" pitchFamily="18" charset="0"/>
              </a:rPr>
              <a:t>en orden alfabético </a:t>
            </a:r>
            <a:endParaRPr lang="es-CO"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BF0203E-EE09-2061-0631-283D3C059159}"/>
              </a:ext>
            </a:extLst>
          </p:cNvPr>
          <p:cNvSpPr txBox="1"/>
          <p:nvPr/>
        </p:nvSpPr>
        <p:spPr>
          <a:xfrm>
            <a:off x="3162585" y="21826487"/>
            <a:ext cx="11768225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600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pPr algn="just"/>
            <a:r>
              <a:rPr lang="es-CO" sz="4800" dirty="0">
                <a:latin typeface="Cambria" panose="02040503050406030204" pitchFamily="18" charset="0"/>
                <a:ea typeface="Cambria" panose="02040503050406030204" pitchFamily="18" charset="0"/>
              </a:rPr>
              <a:t>Debe describir el diseño, método, técnica, estrategias, muestra o participantes de la investigación. </a:t>
            </a:r>
          </a:p>
          <a:p>
            <a:pPr algn="just"/>
            <a:r>
              <a:rPr lang="es-ES" sz="4800" dirty="0">
                <a:latin typeface="Cambria" panose="02040503050406030204" pitchFamily="18" charset="0"/>
                <a:ea typeface="Cambria" panose="02040503050406030204" pitchFamily="18" charset="0"/>
              </a:rPr>
              <a:t>Puede utilizar figuras, esquemas o cualquier elemento que aporte a la visualización de la fundamentación teórica.</a:t>
            </a:r>
            <a:endParaRPr lang="es-CO" sz="4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s-CO" sz="44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9BAA625-A291-611C-B4BC-3088CAB61FF9}"/>
              </a:ext>
            </a:extLst>
          </p:cNvPr>
          <p:cNvSpPr txBox="1"/>
          <p:nvPr/>
        </p:nvSpPr>
        <p:spPr>
          <a:xfrm>
            <a:off x="3704393" y="34728873"/>
            <a:ext cx="117682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600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pPr algn="just"/>
            <a:r>
              <a:rPr lang="es-CO" sz="4400" dirty="0"/>
              <a:t>Debe incluir las teorías o referentes que fundamenten el proceso de análisis y categorización de la investigación, desde un punto de vista critico. </a:t>
            </a:r>
          </a:p>
          <a:p>
            <a:pPr algn="just"/>
            <a:r>
              <a:rPr lang="es-ES" sz="4400" dirty="0"/>
              <a:t>Puede utilizar figuras, esquemas o cualquier elemento que aporte a la visualización del marco teórico utilizado. </a:t>
            </a:r>
            <a:endParaRPr lang="es-CO" sz="4400" dirty="0"/>
          </a:p>
          <a:p>
            <a:pPr algn="just"/>
            <a:endParaRPr lang="es-CO" sz="44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F503F38-BC66-6FD4-4FA2-033F337A1E43}"/>
              </a:ext>
            </a:extLst>
          </p:cNvPr>
          <p:cNvSpPr txBox="1"/>
          <p:nvPr/>
        </p:nvSpPr>
        <p:spPr>
          <a:xfrm>
            <a:off x="19871456" y="11731922"/>
            <a:ext cx="1093596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600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pPr algn="just"/>
            <a:r>
              <a:rPr lang="es-ES" sz="4800" dirty="0">
                <a:latin typeface="Cambria" panose="02040503050406030204" pitchFamily="18" charset="0"/>
                <a:ea typeface="Cambria" panose="02040503050406030204" pitchFamily="18" charset="0"/>
              </a:rPr>
              <a:t>Tiene la posibilidad de presentar resultados parciales si su investigación tiene un avance del 80% </a:t>
            </a:r>
          </a:p>
          <a:p>
            <a:pPr algn="just"/>
            <a:r>
              <a:rPr lang="es-ES" sz="4800" dirty="0">
                <a:latin typeface="Cambria" panose="02040503050406030204" pitchFamily="18" charset="0"/>
                <a:ea typeface="Cambria" panose="02040503050406030204" pitchFamily="18" charset="0"/>
              </a:rPr>
              <a:t>Describa los principales hallazgos de su investigación.</a:t>
            </a:r>
          </a:p>
          <a:p>
            <a:pPr algn="just"/>
            <a:endParaRPr lang="es-ES" sz="4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s-ES" sz="4400" dirty="0"/>
              <a:t> </a:t>
            </a:r>
          </a:p>
          <a:p>
            <a:pPr algn="just"/>
            <a:endParaRPr lang="es-CO" sz="4400" dirty="0"/>
          </a:p>
          <a:p>
            <a:pPr algn="just"/>
            <a:endParaRPr lang="es-CO" sz="44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4632251-00A0-828A-FC70-491651ABDE48}"/>
              </a:ext>
            </a:extLst>
          </p:cNvPr>
          <p:cNvSpPr txBox="1"/>
          <p:nvPr/>
        </p:nvSpPr>
        <p:spPr>
          <a:xfrm>
            <a:off x="20145130" y="20844102"/>
            <a:ext cx="1093596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600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pPr algn="just"/>
            <a:r>
              <a:rPr lang="es-ES" sz="4800" dirty="0">
                <a:latin typeface="Cambria" panose="02040503050406030204" pitchFamily="18" charset="0"/>
                <a:ea typeface="Cambria" panose="02040503050406030204" pitchFamily="18" charset="0"/>
              </a:rPr>
              <a:t>Describa los principales conclusiones de su investigación</a:t>
            </a:r>
          </a:p>
          <a:p>
            <a:pPr algn="just"/>
            <a:r>
              <a:rPr lang="es-ES" sz="4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just"/>
            <a:endParaRPr lang="es-CO" sz="4400" dirty="0"/>
          </a:p>
          <a:p>
            <a:pPr algn="just"/>
            <a:endParaRPr lang="es-CO" sz="4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88A2496-0CE7-BD21-30DE-39A5009FE7B9}"/>
              </a:ext>
            </a:extLst>
          </p:cNvPr>
          <p:cNvSpPr txBox="1"/>
          <p:nvPr/>
        </p:nvSpPr>
        <p:spPr>
          <a:xfrm>
            <a:off x="19871456" y="28145338"/>
            <a:ext cx="117363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600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r>
              <a:rPr lang="es-ES" sz="4400" dirty="0">
                <a:latin typeface="Cambria" panose="02040503050406030204" pitchFamily="18" charset="0"/>
                <a:ea typeface="Cambria" panose="02040503050406030204" pitchFamily="18" charset="0"/>
              </a:rPr>
              <a:t>Según el estilo de redacción de APA 7ma edición</a:t>
            </a:r>
            <a:endParaRPr lang="es-CO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Imagen 16" descr="Texto&#10;&#10;Descripción generada automáticamente">
            <a:extLst>
              <a:ext uri="{FF2B5EF4-FFF2-40B4-BE49-F238E27FC236}">
                <a16:creationId xmlns:a16="http://schemas.microsoft.com/office/drawing/2014/main" id="{6EEA5B25-2377-FB43-5B97-1A9C4727128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2" t="37156" r="11043" b="39780"/>
          <a:stretch/>
        </p:blipFill>
        <p:spPr>
          <a:xfrm>
            <a:off x="8008597" y="791599"/>
            <a:ext cx="10812847" cy="2825330"/>
          </a:xfrm>
          <a:prstGeom prst="rect">
            <a:avLst/>
          </a:prstGeom>
        </p:spPr>
      </p:pic>
      <p:pic>
        <p:nvPicPr>
          <p:cNvPr id="23" name="Imagen 22" descr="Texto&#10;&#10;Descripción generada automáticamente con confianza media">
            <a:extLst>
              <a:ext uri="{FF2B5EF4-FFF2-40B4-BE49-F238E27FC236}">
                <a16:creationId xmlns:a16="http://schemas.microsoft.com/office/drawing/2014/main" id="{D73717EA-7BDB-9A49-FE48-10FFB9E37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472" y="951970"/>
            <a:ext cx="4452334" cy="212296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CDBFAC16-1C0D-38DF-3D05-34F371905543}"/>
              </a:ext>
            </a:extLst>
          </p:cNvPr>
          <p:cNvSpPr txBox="1"/>
          <p:nvPr/>
        </p:nvSpPr>
        <p:spPr>
          <a:xfrm>
            <a:off x="27930293" y="1256538"/>
            <a:ext cx="43635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600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r>
              <a:rPr lang="es-ES" sz="4000" dirty="0"/>
              <a:t>COLOQUE AQUÍ LOGOS INSTITUCIONALES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931198942"/>
      </p:ext>
    </p:extLst>
  </p:cSld>
  <p:clrMapOvr>
    <a:masterClrMapping/>
  </p:clrMapOvr>
</p:sld>
</file>

<file path=ppt/theme/theme1.xml><?xml version="1.0" encoding="utf-8"?>
<a:theme xmlns:a="http://schemas.openxmlformats.org/drawingml/2006/main" name="Póster médico">
  <a:themeElements>
    <a:clrScheme name="Personalizado 1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6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6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edicalPosterA_TP104001550" id="{07F09869-6891-4551-BC0F-65F8FFF1266C}" vid="{624A5476-6436-411E-BFDD-87C1E9C6AE87}"/>
    </a:ext>
  </a:extLst>
</a:theme>
</file>

<file path=ppt/theme/theme2.xml><?xml version="1.0" encoding="utf-8"?>
<a:theme xmlns:a="http://schemas.openxmlformats.org/drawingml/2006/main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DE95A0C693CEB341887D38A4A2B58B45040072C752107C5A7B47AA91A1EE638E6F1F" ma:contentTypeVersion="55" ma:contentTypeDescription="Create a new document." ma:contentTypeScope="" ma:versionID="3c98c83416931a21d43ed007fda5e4dd">
  <xsd:schema xmlns:xsd="http://www.w3.org/2001/XMLSchema" xmlns:xs="http://www.w3.org/2001/XMLSchema" xmlns:p="http://schemas.microsoft.com/office/2006/metadata/properties" xmlns:ns2="2958f784-0ef9-4616-b22d-512a8cad1f0d" xmlns:ns3="fb5acd76-e9f3-4601-9d69-91f53ab96ae6" targetNamespace="http://schemas.microsoft.com/office/2006/metadata/properties" ma:root="true" ma:fieldsID="938018c4f46d99993d20879d4e9ddff8" ns2:_="" ns3:_="">
    <xsd:import namespace="2958f784-0ef9-4616-b22d-512a8cad1f0d"/>
    <xsd:import namespace="fb5acd76-e9f3-4601-9d69-91f53ab96ae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58f784-0ef9-4616-b22d-512a8cad1f0d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ca69c71e-a029-4733-aca1-cabc27411b08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D80075B-F8CE-48D6-9BD2-D195F7E115A9}" ma:internalName="CSXSubmissionMarket" ma:readOnly="false" ma:showField="MarketName" ma:web="2958f784-0ef9-4616-b22d-512a8cad1f0d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9327d1a0-1a14-4b12-a74c-0f320f972977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1F044C38-11A0-4051-9DF8-A3AFA85E16DC}" ma:internalName="InProjectListLookup" ma:readOnly="true" ma:showField="InProjectList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3b364bcb-a06e-4da1-8475-f5243c3236b2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1F044C38-11A0-4051-9DF8-A3AFA85E16DC}" ma:internalName="LastCompleteVersionLookup" ma:readOnly="true" ma:showField="LastCompleteVersion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1F044C38-11A0-4051-9DF8-A3AFA85E16DC}" ma:internalName="LastPreviewErrorLookup" ma:readOnly="true" ma:showField="LastPreviewError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1F044C38-11A0-4051-9DF8-A3AFA85E16DC}" ma:internalName="LastPreviewResultLookup" ma:readOnly="true" ma:showField="LastPreviewResult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1F044C38-11A0-4051-9DF8-A3AFA85E16DC}" ma:internalName="LastPreviewAttemptDateLookup" ma:readOnly="true" ma:showField="LastPreviewAttemptDat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1F044C38-11A0-4051-9DF8-A3AFA85E16DC}" ma:internalName="LastPreviewedByLookup" ma:readOnly="true" ma:showField="LastPreviewedBy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1F044C38-11A0-4051-9DF8-A3AFA85E16DC}" ma:internalName="LastPreviewTimeLookup" ma:readOnly="true" ma:showField="LastPreviewTim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1F044C38-11A0-4051-9DF8-A3AFA85E16DC}" ma:internalName="LastPreviewVersionLookup" ma:readOnly="true" ma:showField="LastPreviewVersion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1F044C38-11A0-4051-9DF8-A3AFA85E16DC}" ma:internalName="LastPublishErrorLookup" ma:readOnly="true" ma:showField="LastPublishError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1F044C38-11A0-4051-9DF8-A3AFA85E16DC}" ma:internalName="LastPublishResultLookup" ma:readOnly="true" ma:showField="LastPublishResult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1F044C38-11A0-4051-9DF8-A3AFA85E16DC}" ma:internalName="LastPublishAttemptDateLookup" ma:readOnly="true" ma:showField="LastPublishAttemptDat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1F044C38-11A0-4051-9DF8-A3AFA85E16DC}" ma:internalName="LastPublishedByLookup" ma:readOnly="true" ma:showField="LastPublishedBy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1F044C38-11A0-4051-9DF8-A3AFA85E16DC}" ma:internalName="LastPublishTimeLookup" ma:readOnly="true" ma:showField="LastPublishTim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1F044C38-11A0-4051-9DF8-A3AFA85E16DC}" ma:internalName="LastPublishVersionLookup" ma:readOnly="true" ma:showField="LastPublishVersion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AC64899A-88C0-4725-BCFC-902FA402DE74}" ma:internalName="LocLastLocAttemptVersionLookup" ma:readOnly="false" ma:showField="LastLocAttemptVersion" ma:web="2958f784-0ef9-4616-b22d-512a8cad1f0d">
      <xsd:simpleType>
        <xsd:restriction base="dms:Lookup"/>
      </xsd:simpleType>
    </xsd:element>
    <xsd:element name="LocLastLocAttemptVersionTypeLookup" ma:index="72" nillable="true" ma:displayName="Loc Last Loc Attempt Version Type" ma:default="" ma:list="{AC64899A-88C0-4725-BCFC-902FA402DE74}" ma:internalName="LocLastLocAttemptVersionTypeLookup" ma:readOnly="true" ma:showField="LastLocAttemptVersionType" ma:web="2958f784-0ef9-4616-b22d-512a8cad1f0d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AC64899A-88C0-4725-BCFC-902FA402DE74}" ma:internalName="LocNewPublishedVersionLookup" ma:readOnly="true" ma:showField="NewPublishedVersion" ma:web="2958f784-0ef9-4616-b22d-512a8cad1f0d">
      <xsd:simpleType>
        <xsd:restriction base="dms:Lookup"/>
      </xsd:simpleType>
    </xsd:element>
    <xsd:element name="LocOverallHandbackStatusLookup" ma:index="76" nillable="true" ma:displayName="Loc Overall Handback Status" ma:default="" ma:list="{AC64899A-88C0-4725-BCFC-902FA402DE74}" ma:internalName="LocOverallHandbackStatusLookup" ma:readOnly="true" ma:showField="OverallHandbackStatus" ma:web="2958f784-0ef9-4616-b22d-512a8cad1f0d">
      <xsd:simpleType>
        <xsd:restriction base="dms:Lookup"/>
      </xsd:simpleType>
    </xsd:element>
    <xsd:element name="LocOverallLocStatusLookup" ma:index="77" nillable="true" ma:displayName="Loc Overall Localize Status" ma:default="" ma:list="{AC64899A-88C0-4725-BCFC-902FA402DE74}" ma:internalName="LocOverallLocStatusLookup" ma:readOnly="true" ma:showField="OverallLocStatus" ma:web="2958f784-0ef9-4616-b22d-512a8cad1f0d">
      <xsd:simpleType>
        <xsd:restriction base="dms:Lookup"/>
      </xsd:simpleType>
    </xsd:element>
    <xsd:element name="LocOverallPreviewStatusLookup" ma:index="78" nillable="true" ma:displayName="Loc Overall Preview Status" ma:default="" ma:list="{AC64899A-88C0-4725-BCFC-902FA402DE74}" ma:internalName="LocOverallPreviewStatusLookup" ma:readOnly="true" ma:showField="OverallPreviewStatus" ma:web="2958f784-0ef9-4616-b22d-512a8cad1f0d">
      <xsd:simpleType>
        <xsd:restriction base="dms:Lookup"/>
      </xsd:simpleType>
    </xsd:element>
    <xsd:element name="LocOverallPublishStatusLookup" ma:index="79" nillable="true" ma:displayName="Loc Overall Publish Status" ma:default="" ma:list="{AC64899A-88C0-4725-BCFC-902FA402DE74}" ma:internalName="LocOverallPublishStatusLookup" ma:readOnly="true" ma:showField="OverallPublishStatus" ma:web="2958f784-0ef9-4616-b22d-512a8cad1f0d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AC64899A-88C0-4725-BCFC-902FA402DE74}" ma:internalName="LocProcessedForHandoffsLookup" ma:readOnly="true" ma:showField="ProcessedForHandoffs" ma:web="2958f784-0ef9-4616-b22d-512a8cad1f0d">
      <xsd:simpleType>
        <xsd:restriction base="dms:Lookup"/>
      </xsd:simpleType>
    </xsd:element>
    <xsd:element name="LocProcessedForMarketsLookup" ma:index="82" nillable="true" ma:displayName="Loc Processed For Markets" ma:default="" ma:list="{AC64899A-88C0-4725-BCFC-902FA402DE74}" ma:internalName="LocProcessedForMarketsLookup" ma:readOnly="true" ma:showField="ProcessedForMarkets" ma:web="2958f784-0ef9-4616-b22d-512a8cad1f0d">
      <xsd:simpleType>
        <xsd:restriction base="dms:Lookup"/>
      </xsd:simpleType>
    </xsd:element>
    <xsd:element name="LocPublishedDependentAssetsLookup" ma:index="83" nillable="true" ma:displayName="Loc Published Dependent Assets" ma:default="" ma:list="{AC64899A-88C0-4725-BCFC-902FA402DE74}" ma:internalName="LocPublishedDependentAssetsLookup" ma:readOnly="true" ma:showField="PublishedDependentAssets" ma:web="2958f784-0ef9-4616-b22d-512a8cad1f0d">
      <xsd:simpleType>
        <xsd:restriction base="dms:Lookup"/>
      </xsd:simpleType>
    </xsd:element>
    <xsd:element name="LocPublishedLinkedAssetsLookup" ma:index="84" nillable="true" ma:displayName="Loc Published Linked Assets" ma:default="" ma:list="{AC64899A-88C0-4725-BCFC-902FA402DE74}" ma:internalName="LocPublishedLinkedAssetsLookup" ma:readOnly="true" ma:showField="PublishedLinkedAssets" ma:web="2958f784-0ef9-4616-b22d-512a8cad1f0d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251ee2d3-c117-4524-b3f1-1010c3cab2a3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D80075B-F8CE-48D6-9BD2-D195F7E115A9}" ma:internalName="Markets" ma:readOnly="false" ma:showField="MarketNam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1F044C38-11A0-4051-9DF8-A3AFA85E16DC}" ma:internalName="NumOfRatingsLookup" ma:readOnly="true" ma:showField="NumOfRatings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1F044C38-11A0-4051-9DF8-A3AFA85E16DC}" ma:internalName="PublishStatusLookup" ma:readOnly="false" ma:showField="PublishStatus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54e2ea7-8c43-4b3c-9db4-bd71f7cfe4f4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33f01220-6030-4880-975f-b9ea0de09f53}" ma:internalName="TaxCatchAll" ma:showField="CatchAllData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33f01220-6030-4880-975f-b9ea0de09f53}" ma:internalName="TaxCatchAllLabel" ma:readOnly="true" ma:showField="CatchAllDataLabel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5acd76-e9f3-4601-9d69-91f53ab96ae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2958f784-0ef9-4616-b22d-512a8cad1f0d">english</DirectSourceMarket>
    <ApprovalStatus xmlns="2958f784-0ef9-4616-b22d-512a8cad1f0d">InProgress</ApprovalStatus>
    <MarketSpecific xmlns="2958f784-0ef9-4616-b22d-512a8cad1f0d">false</MarketSpecific>
    <LocComments xmlns="2958f784-0ef9-4616-b22d-512a8cad1f0d" xsi:nil="true"/>
    <ThumbnailAssetId xmlns="2958f784-0ef9-4616-b22d-512a8cad1f0d" xsi:nil="true"/>
    <PrimaryImageGen xmlns="2958f784-0ef9-4616-b22d-512a8cad1f0d">true</PrimaryImageGen>
    <LegacyData xmlns="2958f784-0ef9-4616-b22d-512a8cad1f0d" xsi:nil="true"/>
    <LocRecommendedHandoff xmlns="2958f784-0ef9-4616-b22d-512a8cad1f0d" xsi:nil="true"/>
    <BusinessGroup xmlns="2958f784-0ef9-4616-b22d-512a8cad1f0d" xsi:nil="true"/>
    <BlockPublish xmlns="2958f784-0ef9-4616-b22d-512a8cad1f0d">false</BlockPublish>
    <TPFriendlyName xmlns="2958f784-0ef9-4616-b22d-512a8cad1f0d" xsi:nil="true"/>
    <NumericId xmlns="2958f784-0ef9-4616-b22d-512a8cad1f0d" xsi:nil="true"/>
    <APEditor xmlns="2958f784-0ef9-4616-b22d-512a8cad1f0d">
      <UserInfo>
        <DisplayName/>
        <AccountId xsi:nil="true"/>
        <AccountType/>
      </UserInfo>
    </APEditor>
    <SourceTitle xmlns="2958f784-0ef9-4616-b22d-512a8cad1f0d" xsi:nil="true"/>
    <OpenTemplate xmlns="2958f784-0ef9-4616-b22d-512a8cad1f0d">true</OpenTemplate>
    <UALocComments xmlns="2958f784-0ef9-4616-b22d-512a8cad1f0d" xsi:nil="true"/>
    <ParentAssetId xmlns="2958f784-0ef9-4616-b22d-512a8cad1f0d" xsi:nil="true"/>
    <IntlLangReviewDate xmlns="2958f784-0ef9-4616-b22d-512a8cad1f0d" xsi:nil="true"/>
    <FeatureTagsTaxHTField0 xmlns="2958f784-0ef9-4616-b22d-512a8cad1f0d">
      <Terms xmlns="http://schemas.microsoft.com/office/infopath/2007/PartnerControls"/>
    </FeatureTagsTaxHTField0>
    <PublishStatusLookup xmlns="2958f784-0ef9-4616-b22d-512a8cad1f0d">
      <Value>715519</Value>
    </PublishStatusLookup>
    <Providers xmlns="2958f784-0ef9-4616-b22d-512a8cad1f0d" xsi:nil="true"/>
    <MachineTranslated xmlns="2958f784-0ef9-4616-b22d-512a8cad1f0d">false</MachineTranslated>
    <OriginalSourceMarket xmlns="2958f784-0ef9-4616-b22d-512a8cad1f0d">english</OriginalSourceMarket>
    <APDescription xmlns="2958f784-0ef9-4616-b22d-512a8cad1f0d" xsi:nil="true"/>
    <ClipArtFilename xmlns="2958f784-0ef9-4616-b22d-512a8cad1f0d" xsi:nil="true"/>
    <ContentItem xmlns="2958f784-0ef9-4616-b22d-512a8cad1f0d" xsi:nil="true"/>
    <TPInstallLocation xmlns="2958f784-0ef9-4616-b22d-512a8cad1f0d" xsi:nil="true"/>
    <PublishTargets xmlns="2958f784-0ef9-4616-b22d-512a8cad1f0d">OfficeOnlineVNext</PublishTargets>
    <TimesCloned xmlns="2958f784-0ef9-4616-b22d-512a8cad1f0d" xsi:nil="true"/>
    <AssetStart xmlns="2958f784-0ef9-4616-b22d-512a8cad1f0d">2013-01-21T12:05:00+00:00</AssetStart>
    <Provider xmlns="2958f784-0ef9-4616-b22d-512a8cad1f0d" xsi:nil="true"/>
    <AcquiredFrom xmlns="2958f784-0ef9-4616-b22d-512a8cad1f0d">Internal MS</AcquiredFrom>
    <FriendlyTitle xmlns="2958f784-0ef9-4616-b22d-512a8cad1f0d" xsi:nil="true"/>
    <LastHandOff xmlns="2958f784-0ef9-4616-b22d-512a8cad1f0d" xsi:nil="true"/>
    <TPClientViewer xmlns="2958f784-0ef9-4616-b22d-512a8cad1f0d" xsi:nil="true"/>
    <UACurrentWords xmlns="2958f784-0ef9-4616-b22d-512a8cad1f0d" xsi:nil="true"/>
    <ArtSampleDocs xmlns="2958f784-0ef9-4616-b22d-512a8cad1f0d" xsi:nil="true"/>
    <UALocRecommendation xmlns="2958f784-0ef9-4616-b22d-512a8cad1f0d">Localize</UALocRecommendation>
    <Manager xmlns="2958f784-0ef9-4616-b22d-512a8cad1f0d" xsi:nil="true"/>
    <ShowIn xmlns="2958f784-0ef9-4616-b22d-512a8cad1f0d">Show everywhere</ShowIn>
    <UANotes xmlns="2958f784-0ef9-4616-b22d-512a8cad1f0d" xsi:nil="true"/>
    <TemplateStatus xmlns="2958f784-0ef9-4616-b22d-512a8cad1f0d">Complete</TemplateStatus>
    <InternalTagsTaxHTField0 xmlns="2958f784-0ef9-4616-b22d-512a8cad1f0d">
      <Terms xmlns="http://schemas.microsoft.com/office/infopath/2007/PartnerControls"/>
    </InternalTagsTaxHTField0>
    <CSXHash xmlns="2958f784-0ef9-4616-b22d-512a8cad1f0d" xsi:nil="true"/>
    <Downloads xmlns="2958f784-0ef9-4616-b22d-512a8cad1f0d">0</Downloads>
    <VoteCount xmlns="2958f784-0ef9-4616-b22d-512a8cad1f0d" xsi:nil="true"/>
    <OOCacheId xmlns="2958f784-0ef9-4616-b22d-512a8cad1f0d" xsi:nil="true"/>
    <IsDeleted xmlns="2958f784-0ef9-4616-b22d-512a8cad1f0d">false</IsDeleted>
    <AssetExpire xmlns="2958f784-0ef9-4616-b22d-512a8cad1f0d">2029-01-01T08:00:00+00:00</AssetExpire>
    <DSATActionTaken xmlns="2958f784-0ef9-4616-b22d-512a8cad1f0d" xsi:nil="true"/>
    <CSXSubmissionMarket xmlns="2958f784-0ef9-4616-b22d-512a8cad1f0d" xsi:nil="true"/>
    <TPExecutable xmlns="2958f784-0ef9-4616-b22d-512a8cad1f0d" xsi:nil="true"/>
    <SubmitterId xmlns="2958f784-0ef9-4616-b22d-512a8cad1f0d" xsi:nil="true"/>
    <EditorialTags xmlns="2958f784-0ef9-4616-b22d-512a8cad1f0d" xsi:nil="true"/>
    <AssetType xmlns="2958f784-0ef9-4616-b22d-512a8cad1f0d">TP</AssetType>
    <BugNumber xmlns="2958f784-0ef9-4616-b22d-512a8cad1f0d" xsi:nil="true"/>
    <CSXSubmissionDate xmlns="2958f784-0ef9-4616-b22d-512a8cad1f0d" xsi:nil="true"/>
    <CSXUpdate xmlns="2958f784-0ef9-4616-b22d-512a8cad1f0d">false</CSXUpdate>
    <ApprovalLog xmlns="2958f784-0ef9-4616-b22d-512a8cad1f0d" xsi:nil="true"/>
    <Milestone xmlns="2958f784-0ef9-4616-b22d-512a8cad1f0d" xsi:nil="true"/>
    <RecommendationsModifier xmlns="2958f784-0ef9-4616-b22d-512a8cad1f0d" xsi:nil="true"/>
    <OriginAsset xmlns="2958f784-0ef9-4616-b22d-512a8cad1f0d" xsi:nil="true"/>
    <TPComponent xmlns="2958f784-0ef9-4616-b22d-512a8cad1f0d" xsi:nil="true"/>
    <AssetId xmlns="2958f784-0ef9-4616-b22d-512a8cad1f0d">TP104001550</AssetId>
    <IntlLocPriority xmlns="2958f784-0ef9-4616-b22d-512a8cad1f0d" xsi:nil="true"/>
    <PolicheckWords xmlns="2958f784-0ef9-4616-b22d-512a8cad1f0d" xsi:nil="true"/>
    <TPLaunchHelpLink xmlns="2958f784-0ef9-4616-b22d-512a8cad1f0d" xsi:nil="true"/>
    <TPApplication xmlns="2958f784-0ef9-4616-b22d-512a8cad1f0d" xsi:nil="true"/>
    <CrawlForDependencies xmlns="2958f784-0ef9-4616-b22d-512a8cad1f0d">false</CrawlForDependencies>
    <HandoffToMSDN xmlns="2958f784-0ef9-4616-b22d-512a8cad1f0d" xsi:nil="true"/>
    <PlannedPubDate xmlns="2958f784-0ef9-4616-b22d-512a8cad1f0d" xsi:nil="true"/>
    <IntlLangReviewer xmlns="2958f784-0ef9-4616-b22d-512a8cad1f0d" xsi:nil="true"/>
    <TrustLevel xmlns="2958f784-0ef9-4616-b22d-512a8cad1f0d">1 Microsoft Managed Content</TrustLevel>
    <LocLastLocAttemptVersionLookup xmlns="2958f784-0ef9-4616-b22d-512a8cad1f0d">343531</LocLastLocAttemptVersionLookup>
    <IsSearchable xmlns="2958f784-0ef9-4616-b22d-512a8cad1f0d">true</IsSearchable>
    <TemplateTemplateType xmlns="2958f784-0ef9-4616-b22d-512a8cad1f0d">PowerPoint Presentation Template</TemplateTemplateType>
    <CampaignTagsTaxHTField0 xmlns="2958f784-0ef9-4616-b22d-512a8cad1f0d">
      <Terms xmlns="http://schemas.microsoft.com/office/infopath/2007/PartnerControls"/>
    </CampaignTagsTaxHTField0>
    <TPNamespace xmlns="2958f784-0ef9-4616-b22d-512a8cad1f0d" xsi:nil="true"/>
    <TaxCatchAll xmlns="2958f784-0ef9-4616-b22d-512a8cad1f0d"/>
    <Markets xmlns="2958f784-0ef9-4616-b22d-512a8cad1f0d"/>
    <UAProjectedTotalWords xmlns="2958f784-0ef9-4616-b22d-512a8cad1f0d" xsi:nil="true"/>
    <LocMarketGroupTiers2 xmlns="2958f784-0ef9-4616-b22d-512a8cad1f0d" xsi:nil="true"/>
    <IntlLangReview xmlns="2958f784-0ef9-4616-b22d-512a8cad1f0d">false</IntlLangReview>
    <OutputCachingOn xmlns="2958f784-0ef9-4616-b22d-512a8cad1f0d">true</OutputCachingOn>
    <AverageRating xmlns="2958f784-0ef9-4616-b22d-512a8cad1f0d" xsi:nil="true"/>
    <APAuthor xmlns="2958f784-0ef9-4616-b22d-512a8cad1f0d">
      <UserInfo>
        <DisplayName>System Account</DisplayName>
        <AccountId>1073741823</AccountId>
        <AccountType/>
      </UserInfo>
    </APAuthor>
    <LocManualTestRequired xmlns="2958f784-0ef9-4616-b22d-512a8cad1f0d">false</LocManualTestRequired>
    <TPCommandLine xmlns="2958f784-0ef9-4616-b22d-512a8cad1f0d" xsi:nil="true"/>
    <TPAppVersion xmlns="2958f784-0ef9-4616-b22d-512a8cad1f0d" xsi:nil="true"/>
    <EditorialStatus xmlns="2958f784-0ef9-4616-b22d-512a8cad1f0d">Complete</EditorialStatus>
    <LastModifiedDateTime xmlns="2958f784-0ef9-4616-b22d-512a8cad1f0d" xsi:nil="true"/>
    <ScenarioTagsTaxHTField0 xmlns="2958f784-0ef9-4616-b22d-512a8cad1f0d">
      <Terms xmlns="http://schemas.microsoft.com/office/infopath/2007/PartnerControls"/>
    </ScenarioTagsTaxHTField0>
    <OriginalRelease xmlns="2958f784-0ef9-4616-b22d-512a8cad1f0d">15</OriginalRelease>
    <TPLaunchHelpLinkType xmlns="2958f784-0ef9-4616-b22d-512a8cad1f0d">Template</TPLaunchHelpLinkType>
    <LocalizationTagsTaxHTField0 xmlns="2958f784-0ef9-4616-b22d-512a8cad1f0d">
      <Terms xmlns="http://schemas.microsoft.com/office/infopath/2007/PartnerControls"/>
    </LocalizationTagsTaxHTField0>
    <Description0 xmlns="fb5acd76-e9f3-4601-9d69-91f53ab96ae6" xsi:nil="true"/>
    <Component xmlns="fb5acd76-e9f3-4601-9d69-91f53ab96ae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8631DEF-7E91-45B4-AA24-CAEE79C3ADB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2958f784-0ef9-4616-b22d-512a8cad1f0d"/>
    <ds:schemaRef ds:uri="fb5acd76-e9f3-4601-9d69-91f53ab96ae6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F945EE-6400-432A-A9B1-179A0A2A37CE}">
  <ds:schemaRefs>
    <ds:schemaRef ds:uri="http://schemas.microsoft.com/office/2006/metadata/properties"/>
    <ds:schemaRef ds:uri="http://www.w3.org/2000/xmlns/"/>
    <ds:schemaRef ds:uri="2958f784-0ef9-4616-b22d-512a8cad1f0d"/>
    <ds:schemaRef ds:uri="http://www.w3.org/2001/XMLSchema-instance"/>
    <ds:schemaRef ds:uri="http://schemas.microsoft.com/office/infopath/2007/PartnerControls"/>
    <ds:schemaRef ds:uri="fb5acd76-e9f3-4601-9d69-91f53ab96ae6"/>
  </ds:schemaRefs>
</ds:datastoreItem>
</file>

<file path=customXml/itemProps3.xml><?xml version="1.0" encoding="utf-8"?>
<ds:datastoreItem xmlns:ds="http://schemas.openxmlformats.org/officeDocument/2006/customXml" ds:itemID="{A1110015-E380-4C53-980C-698226C61C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228</Words>
  <Application>Microsoft Office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Candara</vt:lpstr>
      <vt:lpstr>Geo</vt:lpstr>
      <vt:lpstr>Póster médico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un guante electrónico con tecnología Arduino para personas no videntes en la ciudad de sincelejo- Sucre</dc:title>
  <dc:creator/>
  <cp:lastModifiedBy/>
  <cp:revision>8</cp:revision>
  <dcterms:created xsi:type="dcterms:W3CDTF">2017-10-28T18:51:50Z</dcterms:created>
  <dcterms:modified xsi:type="dcterms:W3CDTF">2023-02-26T16:57:43Z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0x010100DE95A0C693CEB341887D38A4A2B58B45040072C752107C5A7B47AA91A1EE638E6F1F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